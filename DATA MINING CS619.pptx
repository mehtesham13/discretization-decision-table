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7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D5E884-7B2A-4E84-9200-B01EBB6C45D3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F667A04-335A-4D69-9A3B-7DBF918F824D}">
      <dgm:prSet/>
      <dgm:spPr/>
      <dgm:t>
        <a:bodyPr/>
        <a:lstStyle/>
        <a:p>
          <a:r>
            <a:rPr lang="en-US" dirty="0"/>
            <a:t>GROUP MEMBERS:</a:t>
          </a:r>
        </a:p>
      </dgm:t>
    </dgm:pt>
    <dgm:pt modelId="{9C6EEA22-B496-426C-8790-396BAB5A04BA}" type="parTrans" cxnId="{1FBAFD13-E2D3-454D-A510-A294B4CC88F4}">
      <dgm:prSet/>
      <dgm:spPr/>
      <dgm:t>
        <a:bodyPr/>
        <a:lstStyle/>
        <a:p>
          <a:endParaRPr lang="en-US"/>
        </a:p>
      </dgm:t>
    </dgm:pt>
    <dgm:pt modelId="{67761EFB-8DF0-44A5-9EBC-77A4312E2CD8}" type="sibTrans" cxnId="{1FBAFD13-E2D3-454D-A510-A294B4CC88F4}">
      <dgm:prSet/>
      <dgm:spPr/>
      <dgm:t>
        <a:bodyPr/>
        <a:lstStyle/>
        <a:p>
          <a:endParaRPr lang="en-US"/>
        </a:p>
      </dgm:t>
    </dgm:pt>
    <dgm:pt modelId="{0F0FC5DA-D23C-44FE-8716-61DE3A7A79F7}" type="pres">
      <dgm:prSet presAssocID="{3FD5E884-7B2A-4E84-9200-B01EBB6C45D3}" presName="diagram" presStyleCnt="0">
        <dgm:presLayoutVars>
          <dgm:dir/>
          <dgm:resizeHandles/>
        </dgm:presLayoutVars>
      </dgm:prSet>
      <dgm:spPr/>
    </dgm:pt>
    <dgm:pt modelId="{7F03FE6D-D0F2-4629-8B3D-880E57D636CE}" type="pres">
      <dgm:prSet presAssocID="{0F667A04-335A-4D69-9A3B-7DBF918F824D}" presName="firstNode" presStyleLbl="node1" presStyleIdx="0" presStyleCnt="1">
        <dgm:presLayoutVars>
          <dgm:bulletEnabled val="1"/>
        </dgm:presLayoutVars>
      </dgm:prSet>
      <dgm:spPr/>
    </dgm:pt>
  </dgm:ptLst>
  <dgm:cxnLst>
    <dgm:cxn modelId="{1FBAFD13-E2D3-454D-A510-A294B4CC88F4}" srcId="{3FD5E884-7B2A-4E84-9200-B01EBB6C45D3}" destId="{0F667A04-335A-4D69-9A3B-7DBF918F824D}" srcOrd="0" destOrd="0" parTransId="{9C6EEA22-B496-426C-8790-396BAB5A04BA}" sibTransId="{67761EFB-8DF0-44A5-9EBC-77A4312E2CD8}"/>
    <dgm:cxn modelId="{52847F2E-E622-40C6-A72A-7398D3BC679C}" type="presOf" srcId="{0F667A04-335A-4D69-9A3B-7DBF918F824D}" destId="{7F03FE6D-D0F2-4629-8B3D-880E57D636CE}" srcOrd="0" destOrd="0" presId="urn:microsoft.com/office/officeart/2005/8/layout/bProcess2"/>
    <dgm:cxn modelId="{3879E848-B68B-4861-8B66-685D10B1C0F8}" type="presOf" srcId="{3FD5E884-7B2A-4E84-9200-B01EBB6C45D3}" destId="{0F0FC5DA-D23C-44FE-8716-61DE3A7A79F7}" srcOrd="0" destOrd="0" presId="urn:microsoft.com/office/officeart/2005/8/layout/bProcess2"/>
    <dgm:cxn modelId="{22A523A3-2C37-4392-8EBD-8946EC303EDD}" type="presParOf" srcId="{0F0FC5DA-D23C-44FE-8716-61DE3A7A79F7}" destId="{7F03FE6D-D0F2-4629-8B3D-880E57D636CE}" srcOrd="0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6884C-49B4-42BF-8C84-4C75F3ED6D9D}" type="doc">
      <dgm:prSet loTypeId="urn:microsoft.com/office/officeart/2005/8/layout/hierarchy1" loCatId="hierarchy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6B51B6D-9E76-4D28-AB25-D6AA3598F84B}">
      <dgm:prSet/>
      <dgm:spPr/>
      <dgm:t>
        <a:bodyPr/>
        <a:lstStyle/>
        <a:p>
          <a:r>
            <a:rPr lang="en-US" dirty="0"/>
            <a:t>Converts continuous numeric attributes into discrete intervals</a:t>
          </a:r>
        </a:p>
      </dgm:t>
    </dgm:pt>
    <dgm:pt modelId="{7E05E480-7629-43AB-A5BC-D0AD531ABC5F}" type="parTrans" cxnId="{6F6E3B39-9B4A-44EE-8543-DF696209DE50}">
      <dgm:prSet/>
      <dgm:spPr/>
      <dgm:t>
        <a:bodyPr/>
        <a:lstStyle/>
        <a:p>
          <a:endParaRPr lang="en-US"/>
        </a:p>
      </dgm:t>
    </dgm:pt>
    <dgm:pt modelId="{88A1F03A-4EC4-4409-90B9-9AE036F2E98F}" type="sibTrans" cxnId="{6F6E3B39-9B4A-44EE-8543-DF696209DE50}">
      <dgm:prSet/>
      <dgm:spPr/>
      <dgm:t>
        <a:bodyPr/>
        <a:lstStyle/>
        <a:p>
          <a:endParaRPr lang="en-US"/>
        </a:p>
      </dgm:t>
    </dgm:pt>
    <dgm:pt modelId="{B8E42872-761D-430C-BDCB-656F8193B12E}">
      <dgm:prSet/>
      <dgm:spPr/>
      <dgm:t>
        <a:bodyPr/>
        <a:lstStyle/>
        <a:p>
          <a:r>
            <a:rPr lang="en-US"/>
            <a:t>Essential for rule-based classifiers like </a:t>
          </a:r>
          <a:r>
            <a:rPr lang="en-US" b="1"/>
            <a:t>DecisionTable</a:t>
          </a:r>
          <a:endParaRPr lang="en-US"/>
        </a:p>
      </dgm:t>
    </dgm:pt>
    <dgm:pt modelId="{BD0A62DD-DE74-4C5F-A582-8A2BAE8E89E0}" type="parTrans" cxnId="{EFEDDC4A-4728-4DD8-8605-7318BF368148}">
      <dgm:prSet/>
      <dgm:spPr/>
      <dgm:t>
        <a:bodyPr/>
        <a:lstStyle/>
        <a:p>
          <a:endParaRPr lang="en-US"/>
        </a:p>
      </dgm:t>
    </dgm:pt>
    <dgm:pt modelId="{64055412-D436-451A-8156-66C4772C1B42}" type="sibTrans" cxnId="{EFEDDC4A-4728-4DD8-8605-7318BF368148}">
      <dgm:prSet/>
      <dgm:spPr/>
      <dgm:t>
        <a:bodyPr/>
        <a:lstStyle/>
        <a:p>
          <a:endParaRPr lang="en-US"/>
        </a:p>
      </dgm:t>
    </dgm:pt>
    <dgm:pt modelId="{8D4CC5A9-49B1-47D5-9785-F1A8D3AEBCCD}">
      <dgm:prSet/>
      <dgm:spPr/>
      <dgm:t>
        <a:bodyPr/>
        <a:lstStyle/>
        <a:p>
          <a:r>
            <a:rPr lang="en-US"/>
            <a:t>Improves interpretability and model performance when inputs are categorical</a:t>
          </a:r>
        </a:p>
      </dgm:t>
    </dgm:pt>
    <dgm:pt modelId="{7F1B60C9-45B1-40F5-BBF9-33EA8F9D298F}" type="parTrans" cxnId="{F9B14AE5-5DDD-4F1B-B7D6-B9375F71B15C}">
      <dgm:prSet/>
      <dgm:spPr/>
      <dgm:t>
        <a:bodyPr/>
        <a:lstStyle/>
        <a:p>
          <a:endParaRPr lang="en-US"/>
        </a:p>
      </dgm:t>
    </dgm:pt>
    <dgm:pt modelId="{06F574EC-6D09-4313-A188-8D931EB508E2}" type="sibTrans" cxnId="{F9B14AE5-5DDD-4F1B-B7D6-B9375F71B15C}">
      <dgm:prSet/>
      <dgm:spPr/>
      <dgm:t>
        <a:bodyPr/>
        <a:lstStyle/>
        <a:p>
          <a:endParaRPr lang="en-US"/>
        </a:p>
      </dgm:t>
    </dgm:pt>
    <dgm:pt modelId="{CE213FAF-2511-43F1-B761-4136ED62B303}" type="pres">
      <dgm:prSet presAssocID="{36B6884C-49B4-42BF-8C84-4C75F3ED6D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14DE7F-D898-4845-BC4C-60CDDD5AFE7D}" type="pres">
      <dgm:prSet presAssocID="{A6B51B6D-9E76-4D28-AB25-D6AA3598F84B}" presName="hierRoot1" presStyleCnt="0"/>
      <dgm:spPr/>
    </dgm:pt>
    <dgm:pt modelId="{DA91868A-ECD0-406A-A6BE-6412A800009A}" type="pres">
      <dgm:prSet presAssocID="{A6B51B6D-9E76-4D28-AB25-D6AA3598F84B}" presName="composite" presStyleCnt="0"/>
      <dgm:spPr/>
    </dgm:pt>
    <dgm:pt modelId="{1825C7EA-2311-445E-B122-E1CDBE1F76F8}" type="pres">
      <dgm:prSet presAssocID="{A6B51B6D-9E76-4D28-AB25-D6AA3598F84B}" presName="background" presStyleLbl="node0" presStyleIdx="0" presStyleCnt="3"/>
      <dgm:spPr/>
    </dgm:pt>
    <dgm:pt modelId="{EB749B02-BEBF-4C10-85ED-F97378DD1692}" type="pres">
      <dgm:prSet presAssocID="{A6B51B6D-9E76-4D28-AB25-D6AA3598F84B}" presName="text" presStyleLbl="fgAcc0" presStyleIdx="0" presStyleCnt="3">
        <dgm:presLayoutVars>
          <dgm:chPref val="3"/>
        </dgm:presLayoutVars>
      </dgm:prSet>
      <dgm:spPr/>
    </dgm:pt>
    <dgm:pt modelId="{94F1383E-C1F5-45B4-B571-B236D4123DF9}" type="pres">
      <dgm:prSet presAssocID="{A6B51B6D-9E76-4D28-AB25-D6AA3598F84B}" presName="hierChild2" presStyleCnt="0"/>
      <dgm:spPr/>
    </dgm:pt>
    <dgm:pt modelId="{62994C3C-5343-454D-B458-25A6724FE37F}" type="pres">
      <dgm:prSet presAssocID="{B8E42872-761D-430C-BDCB-656F8193B12E}" presName="hierRoot1" presStyleCnt="0"/>
      <dgm:spPr/>
    </dgm:pt>
    <dgm:pt modelId="{F8CA5356-8344-4D62-A05A-518EB91DCBF2}" type="pres">
      <dgm:prSet presAssocID="{B8E42872-761D-430C-BDCB-656F8193B12E}" presName="composite" presStyleCnt="0"/>
      <dgm:spPr/>
    </dgm:pt>
    <dgm:pt modelId="{53AFCE2E-586F-4FFA-AE08-3CC18AF33476}" type="pres">
      <dgm:prSet presAssocID="{B8E42872-761D-430C-BDCB-656F8193B12E}" presName="background" presStyleLbl="node0" presStyleIdx="1" presStyleCnt="3"/>
      <dgm:spPr/>
    </dgm:pt>
    <dgm:pt modelId="{DD68A8D9-1B8B-4849-90AC-2F2B31BD5BCA}" type="pres">
      <dgm:prSet presAssocID="{B8E42872-761D-430C-BDCB-656F8193B12E}" presName="text" presStyleLbl="fgAcc0" presStyleIdx="1" presStyleCnt="3">
        <dgm:presLayoutVars>
          <dgm:chPref val="3"/>
        </dgm:presLayoutVars>
      </dgm:prSet>
      <dgm:spPr/>
    </dgm:pt>
    <dgm:pt modelId="{B125DDD3-3879-4EE3-87E7-A6BC24E5930E}" type="pres">
      <dgm:prSet presAssocID="{B8E42872-761D-430C-BDCB-656F8193B12E}" presName="hierChild2" presStyleCnt="0"/>
      <dgm:spPr/>
    </dgm:pt>
    <dgm:pt modelId="{7B4AADE9-7451-4544-9D53-315C0AD1792A}" type="pres">
      <dgm:prSet presAssocID="{8D4CC5A9-49B1-47D5-9785-F1A8D3AEBCCD}" presName="hierRoot1" presStyleCnt="0"/>
      <dgm:spPr/>
    </dgm:pt>
    <dgm:pt modelId="{0F5265C1-1D9E-4A46-AEC6-D02E81AE0BCC}" type="pres">
      <dgm:prSet presAssocID="{8D4CC5A9-49B1-47D5-9785-F1A8D3AEBCCD}" presName="composite" presStyleCnt="0"/>
      <dgm:spPr/>
    </dgm:pt>
    <dgm:pt modelId="{2C71C38F-6F21-4E61-B306-1A0DF3B45672}" type="pres">
      <dgm:prSet presAssocID="{8D4CC5A9-49B1-47D5-9785-F1A8D3AEBCCD}" presName="background" presStyleLbl="node0" presStyleIdx="2" presStyleCnt="3"/>
      <dgm:spPr/>
    </dgm:pt>
    <dgm:pt modelId="{B308CBAB-EDBF-46F1-A193-95B74502693B}" type="pres">
      <dgm:prSet presAssocID="{8D4CC5A9-49B1-47D5-9785-F1A8D3AEBCCD}" presName="text" presStyleLbl="fgAcc0" presStyleIdx="2" presStyleCnt="3">
        <dgm:presLayoutVars>
          <dgm:chPref val="3"/>
        </dgm:presLayoutVars>
      </dgm:prSet>
      <dgm:spPr/>
    </dgm:pt>
    <dgm:pt modelId="{8222815F-665E-41D0-9BE5-1F77640BDC9C}" type="pres">
      <dgm:prSet presAssocID="{8D4CC5A9-49B1-47D5-9785-F1A8D3AEBCCD}" presName="hierChild2" presStyleCnt="0"/>
      <dgm:spPr/>
    </dgm:pt>
  </dgm:ptLst>
  <dgm:cxnLst>
    <dgm:cxn modelId="{6F6E3B39-9B4A-44EE-8543-DF696209DE50}" srcId="{36B6884C-49B4-42BF-8C84-4C75F3ED6D9D}" destId="{A6B51B6D-9E76-4D28-AB25-D6AA3598F84B}" srcOrd="0" destOrd="0" parTransId="{7E05E480-7629-43AB-A5BC-D0AD531ABC5F}" sibTransId="{88A1F03A-4EC4-4409-90B9-9AE036F2E98F}"/>
    <dgm:cxn modelId="{19A0D660-F2F5-4206-942A-1A57848ADFDB}" type="presOf" srcId="{8D4CC5A9-49B1-47D5-9785-F1A8D3AEBCCD}" destId="{B308CBAB-EDBF-46F1-A193-95B74502693B}" srcOrd="0" destOrd="0" presId="urn:microsoft.com/office/officeart/2005/8/layout/hierarchy1"/>
    <dgm:cxn modelId="{EFEDDC4A-4728-4DD8-8605-7318BF368148}" srcId="{36B6884C-49B4-42BF-8C84-4C75F3ED6D9D}" destId="{B8E42872-761D-430C-BDCB-656F8193B12E}" srcOrd="1" destOrd="0" parTransId="{BD0A62DD-DE74-4C5F-A582-8A2BAE8E89E0}" sibTransId="{64055412-D436-451A-8156-66C4772C1B42}"/>
    <dgm:cxn modelId="{5F721275-0D6C-4263-A2B6-2FD98CC14A04}" type="presOf" srcId="{B8E42872-761D-430C-BDCB-656F8193B12E}" destId="{DD68A8D9-1B8B-4849-90AC-2F2B31BD5BCA}" srcOrd="0" destOrd="0" presId="urn:microsoft.com/office/officeart/2005/8/layout/hierarchy1"/>
    <dgm:cxn modelId="{92D70C80-A76C-46DA-8B02-484E0DAF5C74}" type="presOf" srcId="{A6B51B6D-9E76-4D28-AB25-D6AA3598F84B}" destId="{EB749B02-BEBF-4C10-85ED-F97378DD1692}" srcOrd="0" destOrd="0" presId="urn:microsoft.com/office/officeart/2005/8/layout/hierarchy1"/>
    <dgm:cxn modelId="{F9B14AE5-5DDD-4F1B-B7D6-B9375F71B15C}" srcId="{36B6884C-49B4-42BF-8C84-4C75F3ED6D9D}" destId="{8D4CC5A9-49B1-47D5-9785-F1A8D3AEBCCD}" srcOrd="2" destOrd="0" parTransId="{7F1B60C9-45B1-40F5-BBF9-33EA8F9D298F}" sibTransId="{06F574EC-6D09-4313-A188-8D931EB508E2}"/>
    <dgm:cxn modelId="{EEAE3DED-6907-436E-A088-6833F993184B}" type="presOf" srcId="{36B6884C-49B4-42BF-8C84-4C75F3ED6D9D}" destId="{CE213FAF-2511-43F1-B761-4136ED62B303}" srcOrd="0" destOrd="0" presId="urn:microsoft.com/office/officeart/2005/8/layout/hierarchy1"/>
    <dgm:cxn modelId="{742CBB5A-EE75-4F84-8835-45AAC5705350}" type="presParOf" srcId="{CE213FAF-2511-43F1-B761-4136ED62B303}" destId="{2314DE7F-D898-4845-BC4C-60CDDD5AFE7D}" srcOrd="0" destOrd="0" presId="urn:microsoft.com/office/officeart/2005/8/layout/hierarchy1"/>
    <dgm:cxn modelId="{4E387ED9-F19E-4B4F-82CD-6C9528DFE382}" type="presParOf" srcId="{2314DE7F-D898-4845-BC4C-60CDDD5AFE7D}" destId="{DA91868A-ECD0-406A-A6BE-6412A800009A}" srcOrd="0" destOrd="0" presId="urn:microsoft.com/office/officeart/2005/8/layout/hierarchy1"/>
    <dgm:cxn modelId="{2211E8E4-BE30-4727-85E1-B05FDCFE7913}" type="presParOf" srcId="{DA91868A-ECD0-406A-A6BE-6412A800009A}" destId="{1825C7EA-2311-445E-B122-E1CDBE1F76F8}" srcOrd="0" destOrd="0" presId="urn:microsoft.com/office/officeart/2005/8/layout/hierarchy1"/>
    <dgm:cxn modelId="{EAB5B76A-8253-4B6E-A1C6-17EC6A8CA489}" type="presParOf" srcId="{DA91868A-ECD0-406A-A6BE-6412A800009A}" destId="{EB749B02-BEBF-4C10-85ED-F97378DD1692}" srcOrd="1" destOrd="0" presId="urn:microsoft.com/office/officeart/2005/8/layout/hierarchy1"/>
    <dgm:cxn modelId="{A4AAB3D6-38DB-452F-BD28-6A19033D99F8}" type="presParOf" srcId="{2314DE7F-D898-4845-BC4C-60CDDD5AFE7D}" destId="{94F1383E-C1F5-45B4-B571-B236D4123DF9}" srcOrd="1" destOrd="0" presId="urn:microsoft.com/office/officeart/2005/8/layout/hierarchy1"/>
    <dgm:cxn modelId="{6D98D344-50FE-4C8B-8CB3-BE5ED69869DE}" type="presParOf" srcId="{CE213FAF-2511-43F1-B761-4136ED62B303}" destId="{62994C3C-5343-454D-B458-25A6724FE37F}" srcOrd="1" destOrd="0" presId="urn:microsoft.com/office/officeart/2005/8/layout/hierarchy1"/>
    <dgm:cxn modelId="{E408456D-DE55-4E21-AF97-FF42D9C32096}" type="presParOf" srcId="{62994C3C-5343-454D-B458-25A6724FE37F}" destId="{F8CA5356-8344-4D62-A05A-518EB91DCBF2}" srcOrd="0" destOrd="0" presId="urn:microsoft.com/office/officeart/2005/8/layout/hierarchy1"/>
    <dgm:cxn modelId="{447B219E-9644-4AE2-99DD-9CB16935BB68}" type="presParOf" srcId="{F8CA5356-8344-4D62-A05A-518EB91DCBF2}" destId="{53AFCE2E-586F-4FFA-AE08-3CC18AF33476}" srcOrd="0" destOrd="0" presId="urn:microsoft.com/office/officeart/2005/8/layout/hierarchy1"/>
    <dgm:cxn modelId="{ED85EC13-E765-442B-93D0-DB183B7DE4EF}" type="presParOf" srcId="{F8CA5356-8344-4D62-A05A-518EB91DCBF2}" destId="{DD68A8D9-1B8B-4849-90AC-2F2B31BD5BCA}" srcOrd="1" destOrd="0" presId="urn:microsoft.com/office/officeart/2005/8/layout/hierarchy1"/>
    <dgm:cxn modelId="{AB160D55-2D79-4668-9D2B-F5528283A7EF}" type="presParOf" srcId="{62994C3C-5343-454D-B458-25A6724FE37F}" destId="{B125DDD3-3879-4EE3-87E7-A6BC24E5930E}" srcOrd="1" destOrd="0" presId="urn:microsoft.com/office/officeart/2005/8/layout/hierarchy1"/>
    <dgm:cxn modelId="{B64BC787-6828-48E1-A5AD-0294A8F2D477}" type="presParOf" srcId="{CE213FAF-2511-43F1-B761-4136ED62B303}" destId="{7B4AADE9-7451-4544-9D53-315C0AD1792A}" srcOrd="2" destOrd="0" presId="urn:microsoft.com/office/officeart/2005/8/layout/hierarchy1"/>
    <dgm:cxn modelId="{361A13E0-7C9E-488A-9CDB-848209287CF9}" type="presParOf" srcId="{7B4AADE9-7451-4544-9D53-315C0AD1792A}" destId="{0F5265C1-1D9E-4A46-AEC6-D02E81AE0BCC}" srcOrd="0" destOrd="0" presId="urn:microsoft.com/office/officeart/2005/8/layout/hierarchy1"/>
    <dgm:cxn modelId="{066FEEA8-0D5F-4911-ADB3-B28556A94EFA}" type="presParOf" srcId="{0F5265C1-1D9E-4A46-AEC6-D02E81AE0BCC}" destId="{2C71C38F-6F21-4E61-B306-1A0DF3B45672}" srcOrd="0" destOrd="0" presId="urn:microsoft.com/office/officeart/2005/8/layout/hierarchy1"/>
    <dgm:cxn modelId="{B5DF566D-0305-4414-A6A4-D7DA17104DDB}" type="presParOf" srcId="{0F5265C1-1D9E-4A46-AEC6-D02E81AE0BCC}" destId="{B308CBAB-EDBF-46F1-A193-95B74502693B}" srcOrd="1" destOrd="0" presId="urn:microsoft.com/office/officeart/2005/8/layout/hierarchy1"/>
    <dgm:cxn modelId="{35899397-1F20-45CE-A58A-E1F9EFFA8CD7}" type="presParOf" srcId="{7B4AADE9-7451-4544-9D53-315C0AD1792A}" destId="{8222815F-665E-41D0-9BE5-1F77640BDC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B72AC6-4DDE-433D-AFF7-B42415B4963C}" type="doc">
      <dgm:prSet loTypeId="urn:microsoft.com/office/officeart/2005/8/layout/process5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CB5A1F7-C652-4ABD-9F36-0B7F3B737302}">
      <dgm:prSet/>
      <dgm:spPr/>
      <dgm:t>
        <a:bodyPr/>
        <a:lstStyle/>
        <a:p>
          <a:r>
            <a:rPr lang="en-US"/>
            <a:t>Evaluate how different discretization methods affect classification accuracy</a:t>
          </a:r>
        </a:p>
      </dgm:t>
    </dgm:pt>
    <dgm:pt modelId="{F3815B4F-D141-4FCE-A716-64DAFD719460}" type="parTrans" cxnId="{300CEFFB-F035-45DE-B6DE-2E79C526EE07}">
      <dgm:prSet/>
      <dgm:spPr/>
      <dgm:t>
        <a:bodyPr/>
        <a:lstStyle/>
        <a:p>
          <a:endParaRPr lang="en-US"/>
        </a:p>
      </dgm:t>
    </dgm:pt>
    <dgm:pt modelId="{0E504F0F-8D05-4299-B44D-6C409A1EC14F}" type="sibTrans" cxnId="{300CEFFB-F035-45DE-B6DE-2E79C526EE07}">
      <dgm:prSet/>
      <dgm:spPr/>
      <dgm:t>
        <a:bodyPr/>
        <a:lstStyle/>
        <a:p>
          <a:endParaRPr lang="en-US"/>
        </a:p>
      </dgm:t>
    </dgm:pt>
    <dgm:pt modelId="{8B05496C-3E4B-4EC4-84AB-0F25CA4D8588}">
      <dgm:prSet/>
      <dgm:spPr/>
      <dgm:t>
        <a:bodyPr/>
        <a:lstStyle/>
        <a:p>
          <a:r>
            <a:rPr lang="en-US"/>
            <a:t>Use </a:t>
          </a:r>
          <a:r>
            <a:rPr lang="en-US" b="1"/>
            <a:t>WEKA</a:t>
          </a:r>
          <a:r>
            <a:rPr lang="en-US"/>
            <a:t> to apply and compare three methods</a:t>
          </a:r>
        </a:p>
      </dgm:t>
    </dgm:pt>
    <dgm:pt modelId="{5DF489DC-312C-40B6-BB81-327FFF9DA9FE}" type="parTrans" cxnId="{94B6E316-816E-430B-9D72-7A619DCAF0AF}">
      <dgm:prSet/>
      <dgm:spPr/>
      <dgm:t>
        <a:bodyPr/>
        <a:lstStyle/>
        <a:p>
          <a:endParaRPr lang="en-US"/>
        </a:p>
      </dgm:t>
    </dgm:pt>
    <dgm:pt modelId="{2FDD4E81-FADD-44E0-A0A7-999D95D24FDA}" type="sibTrans" cxnId="{94B6E316-816E-430B-9D72-7A619DCAF0AF}">
      <dgm:prSet/>
      <dgm:spPr/>
      <dgm:t>
        <a:bodyPr/>
        <a:lstStyle/>
        <a:p>
          <a:endParaRPr lang="en-US"/>
        </a:p>
      </dgm:t>
    </dgm:pt>
    <dgm:pt modelId="{09F96A8A-064A-440F-8EB0-8B3688E62B07}" type="pres">
      <dgm:prSet presAssocID="{63B72AC6-4DDE-433D-AFF7-B42415B4963C}" presName="diagram" presStyleCnt="0">
        <dgm:presLayoutVars>
          <dgm:dir/>
          <dgm:resizeHandles val="exact"/>
        </dgm:presLayoutVars>
      </dgm:prSet>
      <dgm:spPr/>
    </dgm:pt>
    <dgm:pt modelId="{B6315277-D910-44C9-919E-9314675F3E9F}" type="pres">
      <dgm:prSet presAssocID="{9CB5A1F7-C652-4ABD-9F36-0B7F3B737302}" presName="node" presStyleLbl="node1" presStyleIdx="0" presStyleCnt="2">
        <dgm:presLayoutVars>
          <dgm:bulletEnabled val="1"/>
        </dgm:presLayoutVars>
      </dgm:prSet>
      <dgm:spPr/>
    </dgm:pt>
    <dgm:pt modelId="{06A5E8A5-C009-48F9-951C-96041D590A06}" type="pres">
      <dgm:prSet presAssocID="{0E504F0F-8D05-4299-B44D-6C409A1EC14F}" presName="sibTrans" presStyleLbl="sibTrans2D1" presStyleIdx="0" presStyleCnt="1"/>
      <dgm:spPr/>
    </dgm:pt>
    <dgm:pt modelId="{0C806F78-F6FB-4927-BDDC-6C5ECAC996D8}" type="pres">
      <dgm:prSet presAssocID="{0E504F0F-8D05-4299-B44D-6C409A1EC14F}" presName="connectorText" presStyleLbl="sibTrans2D1" presStyleIdx="0" presStyleCnt="1"/>
      <dgm:spPr/>
    </dgm:pt>
    <dgm:pt modelId="{443B4CDD-F4B9-4A83-9C1E-CAB9FB2AF810}" type="pres">
      <dgm:prSet presAssocID="{8B05496C-3E4B-4EC4-84AB-0F25CA4D8588}" presName="node" presStyleLbl="node1" presStyleIdx="1" presStyleCnt="2">
        <dgm:presLayoutVars>
          <dgm:bulletEnabled val="1"/>
        </dgm:presLayoutVars>
      </dgm:prSet>
      <dgm:spPr/>
    </dgm:pt>
  </dgm:ptLst>
  <dgm:cxnLst>
    <dgm:cxn modelId="{6F1BB705-F491-4F54-807E-88782F7FA825}" type="presOf" srcId="{0E504F0F-8D05-4299-B44D-6C409A1EC14F}" destId="{0C806F78-F6FB-4927-BDDC-6C5ECAC996D8}" srcOrd="1" destOrd="0" presId="urn:microsoft.com/office/officeart/2005/8/layout/process5"/>
    <dgm:cxn modelId="{94B6E316-816E-430B-9D72-7A619DCAF0AF}" srcId="{63B72AC6-4DDE-433D-AFF7-B42415B4963C}" destId="{8B05496C-3E4B-4EC4-84AB-0F25CA4D8588}" srcOrd="1" destOrd="0" parTransId="{5DF489DC-312C-40B6-BB81-327FFF9DA9FE}" sibTransId="{2FDD4E81-FADD-44E0-A0A7-999D95D24FDA}"/>
    <dgm:cxn modelId="{A6198B1F-0A5A-4607-A619-C164D72F8ED2}" type="presOf" srcId="{0E504F0F-8D05-4299-B44D-6C409A1EC14F}" destId="{06A5E8A5-C009-48F9-951C-96041D590A06}" srcOrd="0" destOrd="0" presId="urn:microsoft.com/office/officeart/2005/8/layout/process5"/>
    <dgm:cxn modelId="{BB4019D3-326A-4D51-A82D-E1AA4ACE13AC}" type="presOf" srcId="{9CB5A1F7-C652-4ABD-9F36-0B7F3B737302}" destId="{B6315277-D910-44C9-919E-9314675F3E9F}" srcOrd="0" destOrd="0" presId="urn:microsoft.com/office/officeart/2005/8/layout/process5"/>
    <dgm:cxn modelId="{ABF98CD4-983E-4A08-9C26-2A3FB08FBBBE}" type="presOf" srcId="{8B05496C-3E4B-4EC4-84AB-0F25CA4D8588}" destId="{443B4CDD-F4B9-4A83-9C1E-CAB9FB2AF810}" srcOrd="0" destOrd="0" presId="urn:microsoft.com/office/officeart/2005/8/layout/process5"/>
    <dgm:cxn modelId="{A85E2FDD-1CCD-47C0-8DC8-39ADDA20769C}" type="presOf" srcId="{63B72AC6-4DDE-433D-AFF7-B42415B4963C}" destId="{09F96A8A-064A-440F-8EB0-8B3688E62B07}" srcOrd="0" destOrd="0" presId="urn:microsoft.com/office/officeart/2005/8/layout/process5"/>
    <dgm:cxn modelId="{300CEFFB-F035-45DE-B6DE-2E79C526EE07}" srcId="{63B72AC6-4DDE-433D-AFF7-B42415B4963C}" destId="{9CB5A1F7-C652-4ABD-9F36-0B7F3B737302}" srcOrd="0" destOrd="0" parTransId="{F3815B4F-D141-4FCE-A716-64DAFD719460}" sibTransId="{0E504F0F-8D05-4299-B44D-6C409A1EC14F}"/>
    <dgm:cxn modelId="{2F2CBAE1-9B46-4D22-9FF3-4DF2D463A47B}" type="presParOf" srcId="{09F96A8A-064A-440F-8EB0-8B3688E62B07}" destId="{B6315277-D910-44C9-919E-9314675F3E9F}" srcOrd="0" destOrd="0" presId="urn:microsoft.com/office/officeart/2005/8/layout/process5"/>
    <dgm:cxn modelId="{949C9146-043E-40F5-A41B-52C113C4A506}" type="presParOf" srcId="{09F96A8A-064A-440F-8EB0-8B3688E62B07}" destId="{06A5E8A5-C009-48F9-951C-96041D590A06}" srcOrd="1" destOrd="0" presId="urn:microsoft.com/office/officeart/2005/8/layout/process5"/>
    <dgm:cxn modelId="{3A4DE09B-54D7-4907-A84B-0140F9628919}" type="presParOf" srcId="{06A5E8A5-C009-48F9-951C-96041D590A06}" destId="{0C806F78-F6FB-4927-BDDC-6C5ECAC996D8}" srcOrd="0" destOrd="0" presId="urn:microsoft.com/office/officeart/2005/8/layout/process5"/>
    <dgm:cxn modelId="{7467D990-C135-47EC-8030-A046AC2002A1}" type="presParOf" srcId="{09F96A8A-064A-440F-8EB0-8B3688E62B07}" destId="{443B4CDD-F4B9-4A83-9C1E-CAB9FB2AF810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6E2ABE-2FBA-4BE6-BD2F-1229EF8DD57E}" type="doc">
      <dgm:prSet loTypeId="urn:microsoft.com/office/officeart/2016/7/layout/LinearBlockProcessNumbered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0E5252-97DF-474E-A638-E4BBBA68A617}">
      <dgm:prSet/>
      <dgm:spPr/>
      <dgm:t>
        <a:bodyPr/>
        <a:lstStyle/>
        <a:p>
          <a:r>
            <a:rPr lang="en-US" b="1"/>
            <a:t>Unsupervised Discretization:</a:t>
          </a:r>
          <a:r>
            <a:rPr lang="en-US"/>
            <a:t> Equal-width binning</a:t>
          </a:r>
        </a:p>
      </dgm:t>
    </dgm:pt>
    <dgm:pt modelId="{12FCEA82-EFF5-42D6-859F-33D9FBB50F78}" type="parTrans" cxnId="{783436E5-25F3-4493-B8F7-9F1C4EABF97B}">
      <dgm:prSet/>
      <dgm:spPr/>
      <dgm:t>
        <a:bodyPr/>
        <a:lstStyle/>
        <a:p>
          <a:endParaRPr lang="en-US"/>
        </a:p>
      </dgm:t>
    </dgm:pt>
    <dgm:pt modelId="{F54B7353-B39D-4AEF-BE1E-E1A8EC131F82}" type="sibTrans" cxnId="{783436E5-25F3-4493-B8F7-9F1C4EABF97B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8BEB08FB-1CB8-450B-8BDA-92DC8314DBE1}">
      <dgm:prSet/>
      <dgm:spPr/>
      <dgm:t>
        <a:bodyPr/>
        <a:lstStyle/>
        <a:p>
          <a:r>
            <a:rPr lang="en-US" b="1"/>
            <a:t>Supervised Discretization:</a:t>
          </a:r>
          <a:r>
            <a:rPr lang="en-US"/>
            <a:t> Class-aware bin boundaries</a:t>
          </a:r>
        </a:p>
      </dgm:t>
    </dgm:pt>
    <dgm:pt modelId="{9DC171D5-9106-425F-AE87-7492AD2FF816}" type="parTrans" cxnId="{AD04C52D-27EE-4877-AB22-11AF291B5942}">
      <dgm:prSet/>
      <dgm:spPr/>
      <dgm:t>
        <a:bodyPr/>
        <a:lstStyle/>
        <a:p>
          <a:endParaRPr lang="en-US"/>
        </a:p>
      </dgm:t>
    </dgm:pt>
    <dgm:pt modelId="{6980C2CD-DA28-4543-86BF-C7F58EED265C}" type="sibTrans" cxnId="{AD04C52D-27EE-4877-AB22-11AF291B5942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74D6A971-DC84-4675-8DF1-0B57C46606CF}">
      <dgm:prSet/>
      <dgm:spPr/>
      <dgm:t>
        <a:bodyPr/>
        <a:lstStyle/>
        <a:p>
          <a:r>
            <a:rPr lang="en-US" b="1"/>
            <a:t>PKIDiscretize:</a:t>
          </a:r>
          <a:r>
            <a:rPr lang="en-US"/>
            <a:t> Proportional k-interval / equal-frequency binning</a:t>
          </a:r>
        </a:p>
      </dgm:t>
    </dgm:pt>
    <dgm:pt modelId="{F4277411-CCCC-442B-9BD4-78829E3CE6EC}" type="parTrans" cxnId="{933E6F1A-3343-4811-8CDE-920B75A86EF1}">
      <dgm:prSet/>
      <dgm:spPr/>
      <dgm:t>
        <a:bodyPr/>
        <a:lstStyle/>
        <a:p>
          <a:endParaRPr lang="en-US"/>
        </a:p>
      </dgm:t>
    </dgm:pt>
    <dgm:pt modelId="{18BA06A8-D957-4514-8675-1DFDB1F6109C}" type="sibTrans" cxnId="{933E6F1A-3343-4811-8CDE-920B75A86EF1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79069910-0E76-44BE-AB47-47C8588597EF}" type="pres">
      <dgm:prSet presAssocID="{826E2ABE-2FBA-4BE6-BD2F-1229EF8DD57E}" presName="Name0" presStyleCnt="0">
        <dgm:presLayoutVars>
          <dgm:animLvl val="lvl"/>
          <dgm:resizeHandles val="exact"/>
        </dgm:presLayoutVars>
      </dgm:prSet>
      <dgm:spPr/>
    </dgm:pt>
    <dgm:pt modelId="{CD448E96-E50C-453B-8E9E-11C96302D1DF}" type="pres">
      <dgm:prSet presAssocID="{230E5252-97DF-474E-A638-E4BBBA68A617}" presName="compositeNode" presStyleCnt="0">
        <dgm:presLayoutVars>
          <dgm:bulletEnabled val="1"/>
        </dgm:presLayoutVars>
      </dgm:prSet>
      <dgm:spPr/>
    </dgm:pt>
    <dgm:pt modelId="{7D164E51-1BC4-4E6F-92DB-E36FCCA986CA}" type="pres">
      <dgm:prSet presAssocID="{230E5252-97DF-474E-A638-E4BBBA68A617}" presName="bgRect" presStyleLbl="alignNode1" presStyleIdx="0" presStyleCnt="3"/>
      <dgm:spPr/>
    </dgm:pt>
    <dgm:pt modelId="{7656AC29-B74A-4033-B758-AD54709FEA6C}" type="pres">
      <dgm:prSet presAssocID="{F54B7353-B39D-4AEF-BE1E-E1A8EC131F82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C33E276-8104-4A8E-8172-4BA09B87B46D}" type="pres">
      <dgm:prSet presAssocID="{230E5252-97DF-474E-A638-E4BBBA68A617}" presName="nodeRect" presStyleLbl="alignNode1" presStyleIdx="0" presStyleCnt="3">
        <dgm:presLayoutVars>
          <dgm:bulletEnabled val="1"/>
        </dgm:presLayoutVars>
      </dgm:prSet>
      <dgm:spPr/>
    </dgm:pt>
    <dgm:pt modelId="{83FCDC69-BFBD-4BA7-BE33-B2946B8D9DE3}" type="pres">
      <dgm:prSet presAssocID="{F54B7353-B39D-4AEF-BE1E-E1A8EC131F82}" presName="sibTrans" presStyleCnt="0"/>
      <dgm:spPr/>
    </dgm:pt>
    <dgm:pt modelId="{66B911FA-E462-454C-A6AF-C73DDF2D1269}" type="pres">
      <dgm:prSet presAssocID="{8BEB08FB-1CB8-450B-8BDA-92DC8314DBE1}" presName="compositeNode" presStyleCnt="0">
        <dgm:presLayoutVars>
          <dgm:bulletEnabled val="1"/>
        </dgm:presLayoutVars>
      </dgm:prSet>
      <dgm:spPr/>
    </dgm:pt>
    <dgm:pt modelId="{13841A53-0D90-483B-B281-AD8107CBA3AF}" type="pres">
      <dgm:prSet presAssocID="{8BEB08FB-1CB8-450B-8BDA-92DC8314DBE1}" presName="bgRect" presStyleLbl="alignNode1" presStyleIdx="1" presStyleCnt="3"/>
      <dgm:spPr/>
    </dgm:pt>
    <dgm:pt modelId="{261CA000-C721-4221-B57D-78B8B031E538}" type="pres">
      <dgm:prSet presAssocID="{6980C2CD-DA28-4543-86BF-C7F58EED265C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BED39827-21B9-4A62-B116-7A3D8DAF1DB8}" type="pres">
      <dgm:prSet presAssocID="{8BEB08FB-1CB8-450B-8BDA-92DC8314DBE1}" presName="nodeRect" presStyleLbl="alignNode1" presStyleIdx="1" presStyleCnt="3">
        <dgm:presLayoutVars>
          <dgm:bulletEnabled val="1"/>
        </dgm:presLayoutVars>
      </dgm:prSet>
      <dgm:spPr/>
    </dgm:pt>
    <dgm:pt modelId="{CFFB21ED-6B21-443F-A469-1BEF9F3DC85E}" type="pres">
      <dgm:prSet presAssocID="{6980C2CD-DA28-4543-86BF-C7F58EED265C}" presName="sibTrans" presStyleCnt="0"/>
      <dgm:spPr/>
    </dgm:pt>
    <dgm:pt modelId="{6EDCE34B-1BBE-49FB-A68D-4728F720480B}" type="pres">
      <dgm:prSet presAssocID="{74D6A971-DC84-4675-8DF1-0B57C46606CF}" presName="compositeNode" presStyleCnt="0">
        <dgm:presLayoutVars>
          <dgm:bulletEnabled val="1"/>
        </dgm:presLayoutVars>
      </dgm:prSet>
      <dgm:spPr/>
    </dgm:pt>
    <dgm:pt modelId="{FDF58F64-1AA0-48F3-BF6E-EAFB456AF88F}" type="pres">
      <dgm:prSet presAssocID="{74D6A971-DC84-4675-8DF1-0B57C46606CF}" presName="bgRect" presStyleLbl="alignNode1" presStyleIdx="2" presStyleCnt="3"/>
      <dgm:spPr/>
    </dgm:pt>
    <dgm:pt modelId="{596CE6C2-1EA4-4CE8-9372-1DAE2E758DCF}" type="pres">
      <dgm:prSet presAssocID="{18BA06A8-D957-4514-8675-1DFDB1F6109C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CA84A62-9194-46F4-8E87-077878B81271}" type="pres">
      <dgm:prSet presAssocID="{74D6A971-DC84-4675-8DF1-0B57C46606C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C0378406-3BC6-4B24-8D1B-464B07D4A4B2}" type="presOf" srcId="{74D6A971-DC84-4675-8DF1-0B57C46606CF}" destId="{3CA84A62-9194-46F4-8E87-077878B81271}" srcOrd="1" destOrd="0" presId="urn:microsoft.com/office/officeart/2016/7/layout/LinearBlockProcessNumbered"/>
    <dgm:cxn modelId="{933E6F1A-3343-4811-8CDE-920B75A86EF1}" srcId="{826E2ABE-2FBA-4BE6-BD2F-1229EF8DD57E}" destId="{74D6A971-DC84-4675-8DF1-0B57C46606CF}" srcOrd="2" destOrd="0" parTransId="{F4277411-CCCC-442B-9BD4-78829E3CE6EC}" sibTransId="{18BA06A8-D957-4514-8675-1DFDB1F6109C}"/>
    <dgm:cxn modelId="{86F5041B-E24A-42CF-9C7E-556AB1C30D61}" type="presOf" srcId="{8BEB08FB-1CB8-450B-8BDA-92DC8314DBE1}" destId="{13841A53-0D90-483B-B281-AD8107CBA3AF}" srcOrd="0" destOrd="0" presId="urn:microsoft.com/office/officeart/2016/7/layout/LinearBlockProcessNumbered"/>
    <dgm:cxn modelId="{B7AF7D1C-31A0-40F3-A175-BA14938D3ED5}" type="presOf" srcId="{230E5252-97DF-474E-A638-E4BBBA68A617}" destId="{BC33E276-8104-4A8E-8172-4BA09B87B46D}" srcOrd="1" destOrd="0" presId="urn:microsoft.com/office/officeart/2016/7/layout/LinearBlockProcessNumbered"/>
    <dgm:cxn modelId="{D8DC3027-244D-4D65-AB59-B95554EAF8DF}" type="presOf" srcId="{6980C2CD-DA28-4543-86BF-C7F58EED265C}" destId="{261CA000-C721-4221-B57D-78B8B031E538}" srcOrd="0" destOrd="0" presId="urn:microsoft.com/office/officeart/2016/7/layout/LinearBlockProcessNumbered"/>
    <dgm:cxn modelId="{83F54C2D-5A3E-41F0-AB99-364CFEEED607}" type="presOf" srcId="{F54B7353-B39D-4AEF-BE1E-E1A8EC131F82}" destId="{7656AC29-B74A-4033-B758-AD54709FEA6C}" srcOrd="0" destOrd="0" presId="urn:microsoft.com/office/officeart/2016/7/layout/LinearBlockProcessNumbered"/>
    <dgm:cxn modelId="{AD04C52D-27EE-4877-AB22-11AF291B5942}" srcId="{826E2ABE-2FBA-4BE6-BD2F-1229EF8DD57E}" destId="{8BEB08FB-1CB8-450B-8BDA-92DC8314DBE1}" srcOrd="1" destOrd="0" parTransId="{9DC171D5-9106-425F-AE87-7492AD2FF816}" sibTransId="{6980C2CD-DA28-4543-86BF-C7F58EED265C}"/>
    <dgm:cxn modelId="{CD3A4C39-5340-43FB-9CF5-2D902010A2EA}" type="presOf" srcId="{230E5252-97DF-474E-A638-E4BBBA68A617}" destId="{7D164E51-1BC4-4E6F-92DB-E36FCCA986CA}" srcOrd="0" destOrd="0" presId="urn:microsoft.com/office/officeart/2016/7/layout/LinearBlockProcessNumbered"/>
    <dgm:cxn modelId="{95344659-5904-4F0E-A9BF-19B92FEEFE10}" type="presOf" srcId="{8BEB08FB-1CB8-450B-8BDA-92DC8314DBE1}" destId="{BED39827-21B9-4A62-B116-7A3D8DAF1DB8}" srcOrd="1" destOrd="0" presId="urn:microsoft.com/office/officeart/2016/7/layout/LinearBlockProcessNumbered"/>
    <dgm:cxn modelId="{4F406F97-A0F5-4392-8D9B-795E1812CE87}" type="presOf" srcId="{18BA06A8-D957-4514-8675-1DFDB1F6109C}" destId="{596CE6C2-1EA4-4CE8-9372-1DAE2E758DCF}" srcOrd="0" destOrd="0" presId="urn:microsoft.com/office/officeart/2016/7/layout/LinearBlockProcessNumbered"/>
    <dgm:cxn modelId="{6FA11DDE-CD21-4A61-9DFF-99618E368BE7}" type="presOf" srcId="{826E2ABE-2FBA-4BE6-BD2F-1229EF8DD57E}" destId="{79069910-0E76-44BE-AB47-47C8588597EF}" srcOrd="0" destOrd="0" presId="urn:microsoft.com/office/officeart/2016/7/layout/LinearBlockProcessNumbered"/>
    <dgm:cxn modelId="{6A03D4DE-2785-451D-92DD-DA6C3C4EBF1F}" type="presOf" srcId="{74D6A971-DC84-4675-8DF1-0B57C46606CF}" destId="{FDF58F64-1AA0-48F3-BF6E-EAFB456AF88F}" srcOrd="0" destOrd="0" presId="urn:microsoft.com/office/officeart/2016/7/layout/LinearBlockProcessNumbered"/>
    <dgm:cxn modelId="{783436E5-25F3-4493-B8F7-9F1C4EABF97B}" srcId="{826E2ABE-2FBA-4BE6-BD2F-1229EF8DD57E}" destId="{230E5252-97DF-474E-A638-E4BBBA68A617}" srcOrd="0" destOrd="0" parTransId="{12FCEA82-EFF5-42D6-859F-33D9FBB50F78}" sibTransId="{F54B7353-B39D-4AEF-BE1E-E1A8EC131F82}"/>
    <dgm:cxn modelId="{DDA10328-8025-4D36-88FF-16F61A5A9F15}" type="presParOf" srcId="{79069910-0E76-44BE-AB47-47C8588597EF}" destId="{CD448E96-E50C-453B-8E9E-11C96302D1DF}" srcOrd="0" destOrd="0" presId="urn:microsoft.com/office/officeart/2016/7/layout/LinearBlockProcessNumbered"/>
    <dgm:cxn modelId="{41D41176-3898-4D36-9499-88B88E0F7DCF}" type="presParOf" srcId="{CD448E96-E50C-453B-8E9E-11C96302D1DF}" destId="{7D164E51-1BC4-4E6F-92DB-E36FCCA986CA}" srcOrd="0" destOrd="0" presId="urn:microsoft.com/office/officeart/2016/7/layout/LinearBlockProcessNumbered"/>
    <dgm:cxn modelId="{F4CA4CD4-4446-4112-A2A8-F62F400E5D3D}" type="presParOf" srcId="{CD448E96-E50C-453B-8E9E-11C96302D1DF}" destId="{7656AC29-B74A-4033-B758-AD54709FEA6C}" srcOrd="1" destOrd="0" presId="urn:microsoft.com/office/officeart/2016/7/layout/LinearBlockProcessNumbered"/>
    <dgm:cxn modelId="{AD8793A1-AF4C-4ED6-B382-D04823F835C4}" type="presParOf" srcId="{CD448E96-E50C-453B-8E9E-11C96302D1DF}" destId="{BC33E276-8104-4A8E-8172-4BA09B87B46D}" srcOrd="2" destOrd="0" presId="urn:microsoft.com/office/officeart/2016/7/layout/LinearBlockProcessNumbered"/>
    <dgm:cxn modelId="{0794C5D8-5387-4F0B-AAD9-4C3CA7769F03}" type="presParOf" srcId="{79069910-0E76-44BE-AB47-47C8588597EF}" destId="{83FCDC69-BFBD-4BA7-BE33-B2946B8D9DE3}" srcOrd="1" destOrd="0" presId="urn:microsoft.com/office/officeart/2016/7/layout/LinearBlockProcessNumbered"/>
    <dgm:cxn modelId="{36906749-EF73-4A59-8494-87F99E3F4391}" type="presParOf" srcId="{79069910-0E76-44BE-AB47-47C8588597EF}" destId="{66B911FA-E462-454C-A6AF-C73DDF2D1269}" srcOrd="2" destOrd="0" presId="urn:microsoft.com/office/officeart/2016/7/layout/LinearBlockProcessNumbered"/>
    <dgm:cxn modelId="{7CE5DCAB-1E10-400D-91AD-582DBF239B8A}" type="presParOf" srcId="{66B911FA-E462-454C-A6AF-C73DDF2D1269}" destId="{13841A53-0D90-483B-B281-AD8107CBA3AF}" srcOrd="0" destOrd="0" presId="urn:microsoft.com/office/officeart/2016/7/layout/LinearBlockProcessNumbered"/>
    <dgm:cxn modelId="{3F8E67BB-4C4D-4C4A-8D58-67D3A0359061}" type="presParOf" srcId="{66B911FA-E462-454C-A6AF-C73DDF2D1269}" destId="{261CA000-C721-4221-B57D-78B8B031E538}" srcOrd="1" destOrd="0" presId="urn:microsoft.com/office/officeart/2016/7/layout/LinearBlockProcessNumbered"/>
    <dgm:cxn modelId="{8F89186D-A744-4A71-8698-25843B867DBE}" type="presParOf" srcId="{66B911FA-E462-454C-A6AF-C73DDF2D1269}" destId="{BED39827-21B9-4A62-B116-7A3D8DAF1DB8}" srcOrd="2" destOrd="0" presId="urn:microsoft.com/office/officeart/2016/7/layout/LinearBlockProcessNumbered"/>
    <dgm:cxn modelId="{08495AC1-717A-4A97-A595-7167199506A6}" type="presParOf" srcId="{79069910-0E76-44BE-AB47-47C8588597EF}" destId="{CFFB21ED-6B21-443F-A469-1BEF9F3DC85E}" srcOrd="3" destOrd="0" presId="urn:microsoft.com/office/officeart/2016/7/layout/LinearBlockProcessNumbered"/>
    <dgm:cxn modelId="{593504BC-C579-44AA-8020-0BC3BFF9E1C4}" type="presParOf" srcId="{79069910-0E76-44BE-AB47-47C8588597EF}" destId="{6EDCE34B-1BBE-49FB-A68D-4728F720480B}" srcOrd="4" destOrd="0" presId="urn:microsoft.com/office/officeart/2016/7/layout/LinearBlockProcessNumbered"/>
    <dgm:cxn modelId="{ECEE8800-6EBA-4D7F-876D-86F20E4C3E7D}" type="presParOf" srcId="{6EDCE34B-1BBE-49FB-A68D-4728F720480B}" destId="{FDF58F64-1AA0-48F3-BF6E-EAFB456AF88F}" srcOrd="0" destOrd="0" presId="urn:microsoft.com/office/officeart/2016/7/layout/LinearBlockProcessNumbered"/>
    <dgm:cxn modelId="{44A9810C-42BB-488C-B3B6-30CE81628980}" type="presParOf" srcId="{6EDCE34B-1BBE-49FB-A68D-4728F720480B}" destId="{596CE6C2-1EA4-4CE8-9372-1DAE2E758DCF}" srcOrd="1" destOrd="0" presId="urn:microsoft.com/office/officeart/2016/7/layout/LinearBlockProcessNumbered"/>
    <dgm:cxn modelId="{3E02A54E-F154-47FE-A883-BF4A81EA4CDB}" type="presParOf" srcId="{6EDCE34B-1BBE-49FB-A68D-4728F720480B}" destId="{3CA84A62-9194-46F4-8E87-077878B8127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F15312-BB85-4FB5-93EB-809F9585CA91}" type="doc">
      <dgm:prSet loTypeId="urn:microsoft.com/office/officeart/2005/8/layout/hierarchy1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370BE3A-BCA8-4829-A5E7-E6BD676561B4}">
      <dgm:prSet/>
      <dgm:spPr/>
      <dgm:t>
        <a:bodyPr/>
        <a:lstStyle/>
        <a:p>
          <a:r>
            <a:rPr lang="en-US" b="1" dirty="0" err="1"/>
            <a:t>Diabetes.arff</a:t>
          </a:r>
          <a:r>
            <a:rPr lang="en-US" b="1" dirty="0"/>
            <a:t> dataset</a:t>
          </a:r>
          <a:endParaRPr lang="en-US" dirty="0"/>
        </a:p>
      </dgm:t>
    </dgm:pt>
    <dgm:pt modelId="{4271E206-36BD-4AF7-A231-016E19E9757F}" type="parTrans" cxnId="{0505FA26-5AE2-431F-987F-534481F7E78A}">
      <dgm:prSet/>
      <dgm:spPr/>
      <dgm:t>
        <a:bodyPr/>
        <a:lstStyle/>
        <a:p>
          <a:endParaRPr lang="en-US"/>
        </a:p>
      </dgm:t>
    </dgm:pt>
    <dgm:pt modelId="{C9EC0FCA-8050-4A70-A746-156C168873B8}" type="sibTrans" cxnId="{0505FA26-5AE2-431F-987F-534481F7E78A}">
      <dgm:prSet/>
      <dgm:spPr/>
      <dgm:t>
        <a:bodyPr/>
        <a:lstStyle/>
        <a:p>
          <a:endParaRPr lang="en-US"/>
        </a:p>
      </dgm:t>
    </dgm:pt>
    <dgm:pt modelId="{8852F5A0-5BEF-4F55-BAC6-58A4C76D309A}">
      <dgm:prSet/>
      <dgm:spPr/>
      <dgm:t>
        <a:bodyPr/>
        <a:lstStyle/>
        <a:p>
          <a:r>
            <a:rPr lang="en-US" dirty="0"/>
            <a:t>Well-known benchmark dataset for classification tasks</a:t>
          </a:r>
        </a:p>
      </dgm:t>
    </dgm:pt>
    <dgm:pt modelId="{2780D50B-5F34-408C-95E3-F4B7C8723DD9}" type="parTrans" cxnId="{35923E0F-49FB-4326-847D-583FD3669825}">
      <dgm:prSet/>
      <dgm:spPr/>
      <dgm:t>
        <a:bodyPr/>
        <a:lstStyle/>
        <a:p>
          <a:endParaRPr lang="en-US"/>
        </a:p>
      </dgm:t>
    </dgm:pt>
    <dgm:pt modelId="{50C099DA-23A3-4799-8658-3F8785DB8407}" type="sibTrans" cxnId="{35923E0F-49FB-4326-847D-583FD3669825}">
      <dgm:prSet/>
      <dgm:spPr/>
      <dgm:t>
        <a:bodyPr/>
        <a:lstStyle/>
        <a:p>
          <a:endParaRPr lang="en-US"/>
        </a:p>
      </dgm:t>
    </dgm:pt>
    <dgm:pt modelId="{5A79DBFA-7F17-498F-9632-0AA8EAE6B516}" type="pres">
      <dgm:prSet presAssocID="{44F15312-BB85-4FB5-93EB-809F9585CA9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6313D8-FA80-4968-AD8B-25653B17719B}" type="pres">
      <dgm:prSet presAssocID="{1370BE3A-BCA8-4829-A5E7-E6BD676561B4}" presName="hierRoot1" presStyleCnt="0"/>
      <dgm:spPr/>
    </dgm:pt>
    <dgm:pt modelId="{1ACAF90A-4288-4DF5-A9BB-1F9DD3ACD9A8}" type="pres">
      <dgm:prSet presAssocID="{1370BE3A-BCA8-4829-A5E7-E6BD676561B4}" presName="composite" presStyleCnt="0"/>
      <dgm:spPr/>
    </dgm:pt>
    <dgm:pt modelId="{3F681AE5-DB95-4865-84A1-B5BDD1A4A259}" type="pres">
      <dgm:prSet presAssocID="{1370BE3A-BCA8-4829-A5E7-E6BD676561B4}" presName="background" presStyleLbl="node0" presStyleIdx="0" presStyleCnt="2"/>
      <dgm:spPr/>
    </dgm:pt>
    <dgm:pt modelId="{1610389A-A46D-4836-B54A-A144D7CADECA}" type="pres">
      <dgm:prSet presAssocID="{1370BE3A-BCA8-4829-A5E7-E6BD676561B4}" presName="text" presStyleLbl="fgAcc0" presStyleIdx="0" presStyleCnt="2">
        <dgm:presLayoutVars>
          <dgm:chPref val="3"/>
        </dgm:presLayoutVars>
      </dgm:prSet>
      <dgm:spPr/>
    </dgm:pt>
    <dgm:pt modelId="{EC49100D-1EA9-4935-8688-500D8C7DDF9B}" type="pres">
      <dgm:prSet presAssocID="{1370BE3A-BCA8-4829-A5E7-E6BD676561B4}" presName="hierChild2" presStyleCnt="0"/>
      <dgm:spPr/>
    </dgm:pt>
    <dgm:pt modelId="{152FCFBA-099A-4C04-97BE-84DF3C6F4385}" type="pres">
      <dgm:prSet presAssocID="{8852F5A0-5BEF-4F55-BAC6-58A4C76D309A}" presName="hierRoot1" presStyleCnt="0"/>
      <dgm:spPr/>
    </dgm:pt>
    <dgm:pt modelId="{98E5F8C1-8ACD-408F-A155-58FD9DC6826C}" type="pres">
      <dgm:prSet presAssocID="{8852F5A0-5BEF-4F55-BAC6-58A4C76D309A}" presName="composite" presStyleCnt="0"/>
      <dgm:spPr/>
    </dgm:pt>
    <dgm:pt modelId="{CDD359AB-53FD-4973-B7EC-A13A40D831DA}" type="pres">
      <dgm:prSet presAssocID="{8852F5A0-5BEF-4F55-BAC6-58A4C76D309A}" presName="background" presStyleLbl="node0" presStyleIdx="1" presStyleCnt="2"/>
      <dgm:spPr/>
    </dgm:pt>
    <dgm:pt modelId="{3E2156A4-115E-4F0F-89E0-5B3FDCC222FA}" type="pres">
      <dgm:prSet presAssocID="{8852F5A0-5BEF-4F55-BAC6-58A4C76D309A}" presName="text" presStyleLbl="fgAcc0" presStyleIdx="1" presStyleCnt="2">
        <dgm:presLayoutVars>
          <dgm:chPref val="3"/>
        </dgm:presLayoutVars>
      </dgm:prSet>
      <dgm:spPr/>
    </dgm:pt>
    <dgm:pt modelId="{63A70155-3371-48CB-B495-983B4E352900}" type="pres">
      <dgm:prSet presAssocID="{8852F5A0-5BEF-4F55-BAC6-58A4C76D309A}" presName="hierChild2" presStyleCnt="0"/>
      <dgm:spPr/>
    </dgm:pt>
  </dgm:ptLst>
  <dgm:cxnLst>
    <dgm:cxn modelId="{35923E0F-49FB-4326-847D-583FD3669825}" srcId="{44F15312-BB85-4FB5-93EB-809F9585CA91}" destId="{8852F5A0-5BEF-4F55-BAC6-58A4C76D309A}" srcOrd="1" destOrd="0" parTransId="{2780D50B-5F34-408C-95E3-F4B7C8723DD9}" sibTransId="{50C099DA-23A3-4799-8658-3F8785DB8407}"/>
    <dgm:cxn modelId="{867A991A-D1D0-48D1-B52F-09784D58AD13}" type="presOf" srcId="{8852F5A0-5BEF-4F55-BAC6-58A4C76D309A}" destId="{3E2156A4-115E-4F0F-89E0-5B3FDCC222FA}" srcOrd="0" destOrd="0" presId="urn:microsoft.com/office/officeart/2005/8/layout/hierarchy1"/>
    <dgm:cxn modelId="{0505FA26-5AE2-431F-987F-534481F7E78A}" srcId="{44F15312-BB85-4FB5-93EB-809F9585CA91}" destId="{1370BE3A-BCA8-4829-A5E7-E6BD676561B4}" srcOrd="0" destOrd="0" parTransId="{4271E206-36BD-4AF7-A231-016E19E9757F}" sibTransId="{C9EC0FCA-8050-4A70-A746-156C168873B8}"/>
    <dgm:cxn modelId="{F5BCD58D-BC68-47EF-9473-4E82B6DD8BE0}" type="presOf" srcId="{1370BE3A-BCA8-4829-A5E7-E6BD676561B4}" destId="{1610389A-A46D-4836-B54A-A144D7CADECA}" srcOrd="0" destOrd="0" presId="urn:microsoft.com/office/officeart/2005/8/layout/hierarchy1"/>
    <dgm:cxn modelId="{4D03B3D1-6283-4C05-B3C2-FAC741E9FDA1}" type="presOf" srcId="{44F15312-BB85-4FB5-93EB-809F9585CA91}" destId="{5A79DBFA-7F17-498F-9632-0AA8EAE6B516}" srcOrd="0" destOrd="0" presId="urn:microsoft.com/office/officeart/2005/8/layout/hierarchy1"/>
    <dgm:cxn modelId="{9D9C1481-DC70-48BC-984F-A0C1C631CFB5}" type="presParOf" srcId="{5A79DBFA-7F17-498F-9632-0AA8EAE6B516}" destId="{A76313D8-FA80-4968-AD8B-25653B17719B}" srcOrd="0" destOrd="0" presId="urn:microsoft.com/office/officeart/2005/8/layout/hierarchy1"/>
    <dgm:cxn modelId="{521965B5-E7C9-41F9-807C-559EC8909BC2}" type="presParOf" srcId="{A76313D8-FA80-4968-AD8B-25653B17719B}" destId="{1ACAF90A-4288-4DF5-A9BB-1F9DD3ACD9A8}" srcOrd="0" destOrd="0" presId="urn:microsoft.com/office/officeart/2005/8/layout/hierarchy1"/>
    <dgm:cxn modelId="{38245FEE-858D-47D0-A4C9-14F7E76313B3}" type="presParOf" srcId="{1ACAF90A-4288-4DF5-A9BB-1F9DD3ACD9A8}" destId="{3F681AE5-DB95-4865-84A1-B5BDD1A4A259}" srcOrd="0" destOrd="0" presId="urn:microsoft.com/office/officeart/2005/8/layout/hierarchy1"/>
    <dgm:cxn modelId="{101F4D61-1B82-4C76-BD43-7E7385D87C4D}" type="presParOf" srcId="{1ACAF90A-4288-4DF5-A9BB-1F9DD3ACD9A8}" destId="{1610389A-A46D-4836-B54A-A144D7CADECA}" srcOrd="1" destOrd="0" presId="urn:microsoft.com/office/officeart/2005/8/layout/hierarchy1"/>
    <dgm:cxn modelId="{60E9F0B3-AC35-4889-AB28-BB11D853FDF8}" type="presParOf" srcId="{A76313D8-FA80-4968-AD8B-25653B17719B}" destId="{EC49100D-1EA9-4935-8688-500D8C7DDF9B}" srcOrd="1" destOrd="0" presId="urn:microsoft.com/office/officeart/2005/8/layout/hierarchy1"/>
    <dgm:cxn modelId="{32235C0B-92EB-42CF-8AE6-FE9E293DFA0D}" type="presParOf" srcId="{5A79DBFA-7F17-498F-9632-0AA8EAE6B516}" destId="{152FCFBA-099A-4C04-97BE-84DF3C6F4385}" srcOrd="1" destOrd="0" presId="urn:microsoft.com/office/officeart/2005/8/layout/hierarchy1"/>
    <dgm:cxn modelId="{7C788763-E07D-4546-A135-C9E9668DD080}" type="presParOf" srcId="{152FCFBA-099A-4C04-97BE-84DF3C6F4385}" destId="{98E5F8C1-8ACD-408F-A155-58FD9DC6826C}" srcOrd="0" destOrd="0" presId="urn:microsoft.com/office/officeart/2005/8/layout/hierarchy1"/>
    <dgm:cxn modelId="{70E9ADC1-5CAB-47F9-B3B2-465142BD780A}" type="presParOf" srcId="{98E5F8C1-8ACD-408F-A155-58FD9DC6826C}" destId="{CDD359AB-53FD-4973-B7EC-A13A40D831DA}" srcOrd="0" destOrd="0" presId="urn:microsoft.com/office/officeart/2005/8/layout/hierarchy1"/>
    <dgm:cxn modelId="{EBDDFE66-59D4-444A-AFD9-97048B905D84}" type="presParOf" srcId="{98E5F8C1-8ACD-408F-A155-58FD9DC6826C}" destId="{3E2156A4-115E-4F0F-89E0-5B3FDCC222FA}" srcOrd="1" destOrd="0" presId="urn:microsoft.com/office/officeart/2005/8/layout/hierarchy1"/>
    <dgm:cxn modelId="{F9B4F87F-DF43-4C37-B828-F558D396AF7E}" type="presParOf" srcId="{152FCFBA-099A-4C04-97BE-84DF3C6F4385}" destId="{63A70155-3371-48CB-B495-983B4E3529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534FAA-B836-4221-8963-27EBAA8F350A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A78D713-DB7A-4721-9AE8-3664D6B43B1A}">
      <dgm:prSet/>
      <dgm:spPr/>
      <dgm:t>
        <a:bodyPr/>
        <a:lstStyle/>
        <a:p>
          <a:r>
            <a:rPr lang="en-US" dirty="0"/>
            <a:t>Compare accuracy results across different discretization techniques</a:t>
          </a:r>
        </a:p>
      </dgm:t>
    </dgm:pt>
    <dgm:pt modelId="{AFBCB8A7-B1E8-4CE1-850A-DFD1284DB6A4}" type="parTrans" cxnId="{8A48337A-01B1-4E6D-B383-7CB0D32FF151}">
      <dgm:prSet/>
      <dgm:spPr/>
      <dgm:t>
        <a:bodyPr/>
        <a:lstStyle/>
        <a:p>
          <a:endParaRPr lang="en-US"/>
        </a:p>
      </dgm:t>
    </dgm:pt>
    <dgm:pt modelId="{D5A87627-F5C9-493A-B952-821C02616EF3}" type="sibTrans" cxnId="{8A48337A-01B1-4E6D-B383-7CB0D32FF151}">
      <dgm:prSet/>
      <dgm:spPr/>
      <dgm:t>
        <a:bodyPr/>
        <a:lstStyle/>
        <a:p>
          <a:endParaRPr lang="en-US"/>
        </a:p>
      </dgm:t>
    </dgm:pt>
    <dgm:pt modelId="{ED3E516E-15EF-43F8-8487-FAA49CE208EB}">
      <dgm:prSet/>
      <dgm:spPr/>
      <dgm:t>
        <a:bodyPr/>
        <a:lstStyle/>
        <a:p>
          <a:r>
            <a:rPr lang="en-US" dirty="0"/>
            <a:t>Identify which method provides the best improvement for Decision Table classifier</a:t>
          </a:r>
        </a:p>
      </dgm:t>
    </dgm:pt>
    <dgm:pt modelId="{B4180C4E-5AE5-43DB-A661-BB78C668766D}" type="parTrans" cxnId="{E84ECFA9-4C14-4CD0-85E5-09BAE70F1D45}">
      <dgm:prSet/>
      <dgm:spPr/>
      <dgm:t>
        <a:bodyPr/>
        <a:lstStyle/>
        <a:p>
          <a:endParaRPr lang="en-US"/>
        </a:p>
      </dgm:t>
    </dgm:pt>
    <dgm:pt modelId="{CA3DBCCA-30A8-4F3B-8476-B6C925F0C9C3}" type="sibTrans" cxnId="{E84ECFA9-4C14-4CD0-85E5-09BAE70F1D45}">
      <dgm:prSet/>
      <dgm:spPr/>
      <dgm:t>
        <a:bodyPr/>
        <a:lstStyle/>
        <a:p>
          <a:endParaRPr lang="en-US"/>
        </a:p>
      </dgm:t>
    </dgm:pt>
    <dgm:pt modelId="{973486A9-1315-418F-AB9D-023BAAAAE045}" type="pres">
      <dgm:prSet presAssocID="{2E534FAA-B836-4221-8963-27EBAA8F350A}" presName="linear" presStyleCnt="0">
        <dgm:presLayoutVars>
          <dgm:animLvl val="lvl"/>
          <dgm:resizeHandles val="exact"/>
        </dgm:presLayoutVars>
      </dgm:prSet>
      <dgm:spPr/>
    </dgm:pt>
    <dgm:pt modelId="{AE0A4526-E8C1-4759-A2E6-DCEE38C1582B}" type="pres">
      <dgm:prSet presAssocID="{CA78D713-DB7A-4721-9AE8-3664D6B43B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1423B6-575C-4FF7-BC9E-6C62F633C5BD}" type="pres">
      <dgm:prSet presAssocID="{D5A87627-F5C9-493A-B952-821C02616EF3}" presName="spacer" presStyleCnt="0"/>
      <dgm:spPr/>
    </dgm:pt>
    <dgm:pt modelId="{8D3FFF86-2021-4A6F-89E5-18A8EB658F5D}" type="pres">
      <dgm:prSet presAssocID="{ED3E516E-15EF-43F8-8487-FAA49CE208E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A48337A-01B1-4E6D-B383-7CB0D32FF151}" srcId="{2E534FAA-B836-4221-8963-27EBAA8F350A}" destId="{CA78D713-DB7A-4721-9AE8-3664D6B43B1A}" srcOrd="0" destOrd="0" parTransId="{AFBCB8A7-B1E8-4CE1-850A-DFD1284DB6A4}" sibTransId="{D5A87627-F5C9-493A-B952-821C02616EF3}"/>
    <dgm:cxn modelId="{E84ECFA9-4C14-4CD0-85E5-09BAE70F1D45}" srcId="{2E534FAA-B836-4221-8963-27EBAA8F350A}" destId="{ED3E516E-15EF-43F8-8487-FAA49CE208EB}" srcOrd="1" destOrd="0" parTransId="{B4180C4E-5AE5-43DB-A661-BB78C668766D}" sibTransId="{CA3DBCCA-30A8-4F3B-8476-B6C925F0C9C3}"/>
    <dgm:cxn modelId="{72A2BCBB-0B4D-425B-8DAB-031638D20526}" type="presOf" srcId="{2E534FAA-B836-4221-8963-27EBAA8F350A}" destId="{973486A9-1315-418F-AB9D-023BAAAAE045}" srcOrd="0" destOrd="0" presId="urn:microsoft.com/office/officeart/2005/8/layout/vList2"/>
    <dgm:cxn modelId="{3EE6D8C5-D39E-444C-8223-FD6F04A535D6}" type="presOf" srcId="{ED3E516E-15EF-43F8-8487-FAA49CE208EB}" destId="{8D3FFF86-2021-4A6F-89E5-18A8EB658F5D}" srcOrd="0" destOrd="0" presId="urn:microsoft.com/office/officeart/2005/8/layout/vList2"/>
    <dgm:cxn modelId="{894404F7-AE93-4B09-9581-FDEFF6B65A69}" type="presOf" srcId="{CA78D713-DB7A-4721-9AE8-3664D6B43B1A}" destId="{AE0A4526-E8C1-4759-A2E6-DCEE38C1582B}" srcOrd="0" destOrd="0" presId="urn:microsoft.com/office/officeart/2005/8/layout/vList2"/>
    <dgm:cxn modelId="{ED641FCE-A660-4A6D-B686-3892F5A0A393}" type="presParOf" srcId="{973486A9-1315-418F-AB9D-023BAAAAE045}" destId="{AE0A4526-E8C1-4759-A2E6-DCEE38C1582B}" srcOrd="0" destOrd="0" presId="urn:microsoft.com/office/officeart/2005/8/layout/vList2"/>
    <dgm:cxn modelId="{89C6AEDA-C8D6-4A02-B5D7-C06AAEB7978A}" type="presParOf" srcId="{973486A9-1315-418F-AB9D-023BAAAAE045}" destId="{3F1423B6-575C-4FF7-BC9E-6C62F633C5BD}" srcOrd="1" destOrd="0" presId="urn:microsoft.com/office/officeart/2005/8/layout/vList2"/>
    <dgm:cxn modelId="{94B53750-26C0-4F41-A37E-16D010511835}" type="presParOf" srcId="{973486A9-1315-418F-AB9D-023BAAAAE045}" destId="{8D3FFF86-2021-4A6F-89E5-18A8EB658F5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290B5D-5433-496A-B528-61D8CBEA25A1}" type="doc">
      <dgm:prSet loTypeId="urn:microsoft.com/office/officeart/2005/8/layout/orgChart1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AC52248-6090-484F-9EA6-28F3485AC7C9}">
      <dgm:prSet/>
      <dgm:spPr/>
      <dgm:t>
        <a:bodyPr/>
        <a:lstStyle/>
        <a:p>
          <a:r>
            <a:rPr lang="en-US" b="1" dirty="0" err="1"/>
            <a:t>Diabetes.arff</a:t>
          </a:r>
          <a:r>
            <a:rPr lang="en-US" b="1" dirty="0"/>
            <a:t> dataset</a:t>
          </a:r>
          <a:endParaRPr lang="en-US" dirty="0"/>
        </a:p>
      </dgm:t>
    </dgm:pt>
    <dgm:pt modelId="{808F5EFC-A5AF-44E7-B84C-2B4179075261}" type="parTrans" cxnId="{046C108F-8EF7-476A-8C7D-541CDAD33E9D}">
      <dgm:prSet/>
      <dgm:spPr/>
      <dgm:t>
        <a:bodyPr/>
        <a:lstStyle/>
        <a:p>
          <a:endParaRPr lang="en-US"/>
        </a:p>
      </dgm:t>
    </dgm:pt>
    <dgm:pt modelId="{E6567008-09E3-41AD-BDC0-BD9229D70D94}" type="sibTrans" cxnId="{046C108F-8EF7-476A-8C7D-541CDAD33E9D}">
      <dgm:prSet/>
      <dgm:spPr/>
      <dgm:t>
        <a:bodyPr/>
        <a:lstStyle/>
        <a:p>
          <a:endParaRPr lang="en-US"/>
        </a:p>
      </dgm:t>
    </dgm:pt>
    <dgm:pt modelId="{8CC1F00E-D8CB-4039-B970-9541A75FCFD6}">
      <dgm:prSet/>
      <dgm:spPr/>
      <dgm:t>
        <a:bodyPr/>
        <a:lstStyle/>
        <a:p>
          <a:r>
            <a:rPr lang="en-US"/>
            <a:t>Total instances: </a:t>
          </a:r>
          <a:r>
            <a:rPr lang="en-US" b="1"/>
            <a:t>768</a:t>
          </a:r>
          <a:endParaRPr lang="en-US"/>
        </a:p>
      </dgm:t>
    </dgm:pt>
    <dgm:pt modelId="{D5DFB96A-E301-41E0-BB03-37465D161604}" type="parTrans" cxnId="{89DCB7BF-A7BB-4EAC-95B6-00692762FC9A}">
      <dgm:prSet/>
      <dgm:spPr/>
      <dgm:t>
        <a:bodyPr/>
        <a:lstStyle/>
        <a:p>
          <a:endParaRPr lang="en-US"/>
        </a:p>
      </dgm:t>
    </dgm:pt>
    <dgm:pt modelId="{3D8164DE-1306-45BE-A0C4-F9731EF6C445}" type="sibTrans" cxnId="{89DCB7BF-A7BB-4EAC-95B6-00692762FC9A}">
      <dgm:prSet/>
      <dgm:spPr/>
      <dgm:t>
        <a:bodyPr/>
        <a:lstStyle/>
        <a:p>
          <a:endParaRPr lang="en-US"/>
        </a:p>
      </dgm:t>
    </dgm:pt>
    <dgm:pt modelId="{4AD9B536-6D4C-4023-BB21-AE4CCADD1BAD}">
      <dgm:prSet/>
      <dgm:spPr/>
      <dgm:t>
        <a:bodyPr/>
        <a:lstStyle/>
        <a:p>
          <a:r>
            <a:rPr lang="en-US"/>
            <a:t>Attributes:</a:t>
          </a:r>
        </a:p>
      </dgm:t>
    </dgm:pt>
    <dgm:pt modelId="{A04F9EDA-7A37-4547-BE78-265665E36E97}" type="parTrans" cxnId="{2DA9DE8D-5A54-45C7-B404-7DD240308FE3}">
      <dgm:prSet/>
      <dgm:spPr/>
      <dgm:t>
        <a:bodyPr/>
        <a:lstStyle/>
        <a:p>
          <a:endParaRPr lang="en-US"/>
        </a:p>
      </dgm:t>
    </dgm:pt>
    <dgm:pt modelId="{76987A67-8F1E-44A4-8F17-ED62C6B28F9D}" type="sibTrans" cxnId="{2DA9DE8D-5A54-45C7-B404-7DD240308FE3}">
      <dgm:prSet/>
      <dgm:spPr/>
      <dgm:t>
        <a:bodyPr/>
        <a:lstStyle/>
        <a:p>
          <a:endParaRPr lang="en-US"/>
        </a:p>
      </dgm:t>
    </dgm:pt>
    <dgm:pt modelId="{E3E81E64-2C30-4CB1-B72E-3847B8E4260D}">
      <dgm:prSet/>
      <dgm:spPr/>
      <dgm:t>
        <a:bodyPr/>
        <a:lstStyle/>
        <a:p>
          <a:r>
            <a:rPr lang="en-US" b="1" dirty="0"/>
            <a:t>8 numeric predictor variables</a:t>
          </a:r>
          <a:endParaRPr lang="en-US" dirty="0"/>
        </a:p>
      </dgm:t>
    </dgm:pt>
    <dgm:pt modelId="{FF103395-E191-4EEF-8CDD-57442324F340}" type="parTrans" cxnId="{CA66B396-6A13-4CA0-B8CC-EB2D5A5FA311}">
      <dgm:prSet/>
      <dgm:spPr/>
      <dgm:t>
        <a:bodyPr/>
        <a:lstStyle/>
        <a:p>
          <a:endParaRPr lang="en-US"/>
        </a:p>
      </dgm:t>
    </dgm:pt>
    <dgm:pt modelId="{562ED9C0-7A55-455A-912F-CC18E1FA5C22}" type="sibTrans" cxnId="{CA66B396-6A13-4CA0-B8CC-EB2D5A5FA311}">
      <dgm:prSet/>
      <dgm:spPr/>
      <dgm:t>
        <a:bodyPr/>
        <a:lstStyle/>
        <a:p>
          <a:endParaRPr lang="en-US"/>
        </a:p>
      </dgm:t>
    </dgm:pt>
    <dgm:pt modelId="{75C23D0D-3B2A-4878-8A3A-D68F2903BE14}">
      <dgm:prSet/>
      <dgm:spPr/>
      <dgm:t>
        <a:bodyPr/>
        <a:lstStyle/>
        <a:p>
          <a:r>
            <a:rPr lang="en-US" b="1"/>
            <a:t>1 nominal class attribute</a:t>
          </a:r>
          <a:r>
            <a:rPr lang="en-US"/>
            <a:t> (positive / negative diabetes test)</a:t>
          </a:r>
        </a:p>
      </dgm:t>
    </dgm:pt>
    <dgm:pt modelId="{1700C862-5729-4D59-AF95-DA092D38E334}" type="parTrans" cxnId="{1FDB3F74-F8EA-4A36-A302-109C98752D3A}">
      <dgm:prSet/>
      <dgm:spPr/>
      <dgm:t>
        <a:bodyPr/>
        <a:lstStyle/>
        <a:p>
          <a:endParaRPr lang="en-US"/>
        </a:p>
      </dgm:t>
    </dgm:pt>
    <dgm:pt modelId="{20F6134A-2D9A-41C8-AAF7-3A865706DA66}" type="sibTrans" cxnId="{1FDB3F74-F8EA-4A36-A302-109C98752D3A}">
      <dgm:prSet/>
      <dgm:spPr/>
      <dgm:t>
        <a:bodyPr/>
        <a:lstStyle/>
        <a:p>
          <a:endParaRPr lang="en-US"/>
        </a:p>
      </dgm:t>
    </dgm:pt>
    <dgm:pt modelId="{C7E82597-A6E9-4EFA-B971-C02A626809AC}">
      <dgm:prSet/>
      <dgm:spPr/>
      <dgm:t>
        <a:bodyPr/>
        <a:lstStyle/>
        <a:p>
          <a:r>
            <a:rPr lang="en-US"/>
            <a:t>Fully numeric predictors make it ideal for evaluating </a:t>
          </a:r>
          <a:r>
            <a:rPr lang="en-US" b="1"/>
            <a:t>discretization techniques</a:t>
          </a:r>
          <a:endParaRPr lang="en-US"/>
        </a:p>
      </dgm:t>
    </dgm:pt>
    <dgm:pt modelId="{7FF0AE71-872C-4852-9316-8BAD49579FD5}" type="parTrans" cxnId="{8F635FF2-FDE2-4B1D-979B-B935D38D2A04}">
      <dgm:prSet/>
      <dgm:spPr/>
      <dgm:t>
        <a:bodyPr/>
        <a:lstStyle/>
        <a:p>
          <a:endParaRPr lang="en-US"/>
        </a:p>
      </dgm:t>
    </dgm:pt>
    <dgm:pt modelId="{F89C7EEB-29F2-4C96-B6DB-89FC96CA1DA1}" type="sibTrans" cxnId="{8F635FF2-FDE2-4B1D-979B-B935D38D2A04}">
      <dgm:prSet/>
      <dgm:spPr/>
      <dgm:t>
        <a:bodyPr/>
        <a:lstStyle/>
        <a:p>
          <a:endParaRPr lang="en-US"/>
        </a:p>
      </dgm:t>
    </dgm:pt>
    <dgm:pt modelId="{C195DBEB-0BFF-40D5-A612-6B8814412C9E}" type="pres">
      <dgm:prSet presAssocID="{96290B5D-5433-496A-B528-61D8CBEA25A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33147A3-A7EE-4334-8A2B-AEDE45EA9848}" type="pres">
      <dgm:prSet presAssocID="{0AC52248-6090-484F-9EA6-28F3485AC7C9}" presName="hierRoot1" presStyleCnt="0">
        <dgm:presLayoutVars>
          <dgm:hierBranch val="init"/>
        </dgm:presLayoutVars>
      </dgm:prSet>
      <dgm:spPr/>
    </dgm:pt>
    <dgm:pt modelId="{BBBF97C7-F136-48F1-AD40-49F7469795EE}" type="pres">
      <dgm:prSet presAssocID="{0AC52248-6090-484F-9EA6-28F3485AC7C9}" presName="rootComposite1" presStyleCnt="0"/>
      <dgm:spPr/>
    </dgm:pt>
    <dgm:pt modelId="{D68A5701-78D1-4261-8689-FCB8DDB23018}" type="pres">
      <dgm:prSet presAssocID="{0AC52248-6090-484F-9EA6-28F3485AC7C9}" presName="rootText1" presStyleLbl="node0" presStyleIdx="0" presStyleCnt="4">
        <dgm:presLayoutVars>
          <dgm:chPref val="3"/>
        </dgm:presLayoutVars>
      </dgm:prSet>
      <dgm:spPr/>
    </dgm:pt>
    <dgm:pt modelId="{EE52B756-B876-439D-B132-F726C5D2042D}" type="pres">
      <dgm:prSet presAssocID="{0AC52248-6090-484F-9EA6-28F3485AC7C9}" presName="rootConnector1" presStyleLbl="node1" presStyleIdx="0" presStyleCnt="0"/>
      <dgm:spPr/>
    </dgm:pt>
    <dgm:pt modelId="{C68972D0-99F0-4165-BF43-D6EB4C963CEC}" type="pres">
      <dgm:prSet presAssocID="{0AC52248-6090-484F-9EA6-28F3485AC7C9}" presName="hierChild2" presStyleCnt="0"/>
      <dgm:spPr/>
    </dgm:pt>
    <dgm:pt modelId="{52246312-DBA8-4B47-8999-72B8C8608B51}" type="pres">
      <dgm:prSet presAssocID="{0AC52248-6090-484F-9EA6-28F3485AC7C9}" presName="hierChild3" presStyleCnt="0"/>
      <dgm:spPr/>
    </dgm:pt>
    <dgm:pt modelId="{EA8D12F5-9EFC-4142-8EA7-66BA273FEDAD}" type="pres">
      <dgm:prSet presAssocID="{8CC1F00E-D8CB-4039-B970-9541A75FCFD6}" presName="hierRoot1" presStyleCnt="0">
        <dgm:presLayoutVars>
          <dgm:hierBranch val="init"/>
        </dgm:presLayoutVars>
      </dgm:prSet>
      <dgm:spPr/>
    </dgm:pt>
    <dgm:pt modelId="{5B2CB9BF-603A-4277-AB6C-585EA48EE235}" type="pres">
      <dgm:prSet presAssocID="{8CC1F00E-D8CB-4039-B970-9541A75FCFD6}" presName="rootComposite1" presStyleCnt="0"/>
      <dgm:spPr/>
    </dgm:pt>
    <dgm:pt modelId="{79C7458A-6D89-494D-A9DD-4A638B6FD978}" type="pres">
      <dgm:prSet presAssocID="{8CC1F00E-D8CB-4039-B970-9541A75FCFD6}" presName="rootText1" presStyleLbl="node0" presStyleIdx="1" presStyleCnt="4">
        <dgm:presLayoutVars>
          <dgm:chPref val="3"/>
        </dgm:presLayoutVars>
      </dgm:prSet>
      <dgm:spPr/>
    </dgm:pt>
    <dgm:pt modelId="{5EE4019F-E67C-498D-9E37-715C9F7A48DE}" type="pres">
      <dgm:prSet presAssocID="{8CC1F00E-D8CB-4039-B970-9541A75FCFD6}" presName="rootConnector1" presStyleLbl="node1" presStyleIdx="0" presStyleCnt="0"/>
      <dgm:spPr/>
    </dgm:pt>
    <dgm:pt modelId="{06E6C2A7-32AE-4B1C-9614-726B656D6B31}" type="pres">
      <dgm:prSet presAssocID="{8CC1F00E-D8CB-4039-B970-9541A75FCFD6}" presName="hierChild2" presStyleCnt="0"/>
      <dgm:spPr/>
    </dgm:pt>
    <dgm:pt modelId="{65675DC7-F894-4B4A-8B69-02FDE9652BE8}" type="pres">
      <dgm:prSet presAssocID="{8CC1F00E-D8CB-4039-B970-9541A75FCFD6}" presName="hierChild3" presStyleCnt="0"/>
      <dgm:spPr/>
    </dgm:pt>
    <dgm:pt modelId="{593583BF-41A0-49DE-AD55-655D932E0940}" type="pres">
      <dgm:prSet presAssocID="{4AD9B536-6D4C-4023-BB21-AE4CCADD1BAD}" presName="hierRoot1" presStyleCnt="0">
        <dgm:presLayoutVars>
          <dgm:hierBranch val="init"/>
        </dgm:presLayoutVars>
      </dgm:prSet>
      <dgm:spPr/>
    </dgm:pt>
    <dgm:pt modelId="{DF88CA86-232C-4A40-BF78-697E3708531D}" type="pres">
      <dgm:prSet presAssocID="{4AD9B536-6D4C-4023-BB21-AE4CCADD1BAD}" presName="rootComposite1" presStyleCnt="0"/>
      <dgm:spPr/>
    </dgm:pt>
    <dgm:pt modelId="{EB32885A-C410-42EB-88E2-85D384AFB882}" type="pres">
      <dgm:prSet presAssocID="{4AD9B536-6D4C-4023-BB21-AE4CCADD1BAD}" presName="rootText1" presStyleLbl="node0" presStyleIdx="2" presStyleCnt="4">
        <dgm:presLayoutVars>
          <dgm:chPref val="3"/>
        </dgm:presLayoutVars>
      </dgm:prSet>
      <dgm:spPr/>
    </dgm:pt>
    <dgm:pt modelId="{2F1409E4-9F96-488B-8FBF-6B70736233C4}" type="pres">
      <dgm:prSet presAssocID="{4AD9B536-6D4C-4023-BB21-AE4CCADD1BAD}" presName="rootConnector1" presStyleLbl="node1" presStyleIdx="0" presStyleCnt="0"/>
      <dgm:spPr/>
    </dgm:pt>
    <dgm:pt modelId="{D9CA034C-CB20-480E-B10B-30599E453089}" type="pres">
      <dgm:prSet presAssocID="{4AD9B536-6D4C-4023-BB21-AE4CCADD1BAD}" presName="hierChild2" presStyleCnt="0"/>
      <dgm:spPr/>
    </dgm:pt>
    <dgm:pt modelId="{FAEFA129-FDF7-4E7C-AC0C-F798F0A25A71}" type="pres">
      <dgm:prSet presAssocID="{FF103395-E191-4EEF-8CDD-57442324F340}" presName="Name37" presStyleLbl="parChTrans1D2" presStyleIdx="0" presStyleCnt="2"/>
      <dgm:spPr/>
    </dgm:pt>
    <dgm:pt modelId="{E67D2F68-FB49-43BD-BB1D-C8DEF4AA6A53}" type="pres">
      <dgm:prSet presAssocID="{E3E81E64-2C30-4CB1-B72E-3847B8E4260D}" presName="hierRoot2" presStyleCnt="0">
        <dgm:presLayoutVars>
          <dgm:hierBranch val="init"/>
        </dgm:presLayoutVars>
      </dgm:prSet>
      <dgm:spPr/>
    </dgm:pt>
    <dgm:pt modelId="{62BB503A-DED0-4A12-A5E7-63F3DD654B31}" type="pres">
      <dgm:prSet presAssocID="{E3E81E64-2C30-4CB1-B72E-3847B8E4260D}" presName="rootComposite" presStyleCnt="0"/>
      <dgm:spPr/>
    </dgm:pt>
    <dgm:pt modelId="{C66F74BC-E36D-4010-ACAC-C5BC60FDA73D}" type="pres">
      <dgm:prSet presAssocID="{E3E81E64-2C30-4CB1-B72E-3847B8E4260D}" presName="rootText" presStyleLbl="node2" presStyleIdx="0" presStyleCnt="2">
        <dgm:presLayoutVars>
          <dgm:chPref val="3"/>
        </dgm:presLayoutVars>
      </dgm:prSet>
      <dgm:spPr/>
    </dgm:pt>
    <dgm:pt modelId="{2C94A69E-2761-418C-A910-A236AB2B232B}" type="pres">
      <dgm:prSet presAssocID="{E3E81E64-2C30-4CB1-B72E-3847B8E4260D}" presName="rootConnector" presStyleLbl="node2" presStyleIdx="0" presStyleCnt="2"/>
      <dgm:spPr/>
    </dgm:pt>
    <dgm:pt modelId="{90B16EED-E8A0-44B3-A97B-6FDEC3D83880}" type="pres">
      <dgm:prSet presAssocID="{E3E81E64-2C30-4CB1-B72E-3847B8E4260D}" presName="hierChild4" presStyleCnt="0"/>
      <dgm:spPr/>
    </dgm:pt>
    <dgm:pt modelId="{6EB10F69-EF97-4C2D-AF36-E31CCFDBE7B9}" type="pres">
      <dgm:prSet presAssocID="{E3E81E64-2C30-4CB1-B72E-3847B8E4260D}" presName="hierChild5" presStyleCnt="0"/>
      <dgm:spPr/>
    </dgm:pt>
    <dgm:pt modelId="{48B85054-3216-4824-8F4C-890827E44EF3}" type="pres">
      <dgm:prSet presAssocID="{1700C862-5729-4D59-AF95-DA092D38E334}" presName="Name37" presStyleLbl="parChTrans1D2" presStyleIdx="1" presStyleCnt="2"/>
      <dgm:spPr/>
    </dgm:pt>
    <dgm:pt modelId="{913803B8-AE79-43B3-8BEA-302FF0FC3190}" type="pres">
      <dgm:prSet presAssocID="{75C23D0D-3B2A-4878-8A3A-D68F2903BE14}" presName="hierRoot2" presStyleCnt="0">
        <dgm:presLayoutVars>
          <dgm:hierBranch val="init"/>
        </dgm:presLayoutVars>
      </dgm:prSet>
      <dgm:spPr/>
    </dgm:pt>
    <dgm:pt modelId="{292E3A4E-A8C0-4E22-9CEF-DC8632271DFB}" type="pres">
      <dgm:prSet presAssocID="{75C23D0D-3B2A-4878-8A3A-D68F2903BE14}" presName="rootComposite" presStyleCnt="0"/>
      <dgm:spPr/>
    </dgm:pt>
    <dgm:pt modelId="{134DE073-4E36-4ED9-8B7E-4011080CAD3B}" type="pres">
      <dgm:prSet presAssocID="{75C23D0D-3B2A-4878-8A3A-D68F2903BE14}" presName="rootText" presStyleLbl="node2" presStyleIdx="1" presStyleCnt="2">
        <dgm:presLayoutVars>
          <dgm:chPref val="3"/>
        </dgm:presLayoutVars>
      </dgm:prSet>
      <dgm:spPr/>
    </dgm:pt>
    <dgm:pt modelId="{DDDB7DDC-61CA-4558-BC90-36A9FE2F92CB}" type="pres">
      <dgm:prSet presAssocID="{75C23D0D-3B2A-4878-8A3A-D68F2903BE14}" presName="rootConnector" presStyleLbl="node2" presStyleIdx="1" presStyleCnt="2"/>
      <dgm:spPr/>
    </dgm:pt>
    <dgm:pt modelId="{9D7F45E3-A3CD-4019-97A9-53A8E1911EFA}" type="pres">
      <dgm:prSet presAssocID="{75C23D0D-3B2A-4878-8A3A-D68F2903BE14}" presName="hierChild4" presStyleCnt="0"/>
      <dgm:spPr/>
    </dgm:pt>
    <dgm:pt modelId="{494F10AA-4B18-477C-AC09-448331D7F986}" type="pres">
      <dgm:prSet presAssocID="{75C23D0D-3B2A-4878-8A3A-D68F2903BE14}" presName="hierChild5" presStyleCnt="0"/>
      <dgm:spPr/>
    </dgm:pt>
    <dgm:pt modelId="{737B6121-2971-43C1-9DAD-A5256F251B05}" type="pres">
      <dgm:prSet presAssocID="{4AD9B536-6D4C-4023-BB21-AE4CCADD1BAD}" presName="hierChild3" presStyleCnt="0"/>
      <dgm:spPr/>
    </dgm:pt>
    <dgm:pt modelId="{40C8EBBC-0513-4F0E-9CAB-70F9196F660C}" type="pres">
      <dgm:prSet presAssocID="{C7E82597-A6E9-4EFA-B971-C02A626809AC}" presName="hierRoot1" presStyleCnt="0">
        <dgm:presLayoutVars>
          <dgm:hierBranch val="init"/>
        </dgm:presLayoutVars>
      </dgm:prSet>
      <dgm:spPr/>
    </dgm:pt>
    <dgm:pt modelId="{FF669021-BD8B-4265-92BB-1E5A59B05DE5}" type="pres">
      <dgm:prSet presAssocID="{C7E82597-A6E9-4EFA-B971-C02A626809AC}" presName="rootComposite1" presStyleCnt="0"/>
      <dgm:spPr/>
    </dgm:pt>
    <dgm:pt modelId="{9FFC627F-BC2B-4A93-9193-05F4FA9C8DD8}" type="pres">
      <dgm:prSet presAssocID="{C7E82597-A6E9-4EFA-B971-C02A626809AC}" presName="rootText1" presStyleLbl="node0" presStyleIdx="3" presStyleCnt="4">
        <dgm:presLayoutVars>
          <dgm:chPref val="3"/>
        </dgm:presLayoutVars>
      </dgm:prSet>
      <dgm:spPr/>
    </dgm:pt>
    <dgm:pt modelId="{B5A3A8EA-BF3F-4CCA-80C6-13725C066755}" type="pres">
      <dgm:prSet presAssocID="{C7E82597-A6E9-4EFA-B971-C02A626809AC}" presName="rootConnector1" presStyleLbl="node1" presStyleIdx="0" presStyleCnt="0"/>
      <dgm:spPr/>
    </dgm:pt>
    <dgm:pt modelId="{7672F273-8BBA-4CE3-BEFD-F29079B21D50}" type="pres">
      <dgm:prSet presAssocID="{C7E82597-A6E9-4EFA-B971-C02A626809AC}" presName="hierChild2" presStyleCnt="0"/>
      <dgm:spPr/>
    </dgm:pt>
    <dgm:pt modelId="{EA78941A-295F-4AD9-A316-6EF1678A222D}" type="pres">
      <dgm:prSet presAssocID="{C7E82597-A6E9-4EFA-B971-C02A626809AC}" presName="hierChild3" presStyleCnt="0"/>
      <dgm:spPr/>
    </dgm:pt>
  </dgm:ptLst>
  <dgm:cxnLst>
    <dgm:cxn modelId="{D9545422-3277-47C1-A07D-F9EFCD10C40E}" type="presOf" srcId="{8CC1F00E-D8CB-4039-B970-9541A75FCFD6}" destId="{79C7458A-6D89-494D-A9DD-4A638B6FD978}" srcOrd="0" destOrd="0" presId="urn:microsoft.com/office/officeart/2005/8/layout/orgChart1"/>
    <dgm:cxn modelId="{FC4BBF36-120B-4D47-9B6C-B971E6BDCD48}" type="presOf" srcId="{C7E82597-A6E9-4EFA-B971-C02A626809AC}" destId="{9FFC627F-BC2B-4A93-9193-05F4FA9C8DD8}" srcOrd="0" destOrd="0" presId="urn:microsoft.com/office/officeart/2005/8/layout/orgChart1"/>
    <dgm:cxn modelId="{9FA54646-201B-46DC-8150-49F94BF43A20}" type="presOf" srcId="{E3E81E64-2C30-4CB1-B72E-3847B8E4260D}" destId="{2C94A69E-2761-418C-A910-A236AB2B232B}" srcOrd="1" destOrd="0" presId="urn:microsoft.com/office/officeart/2005/8/layout/orgChart1"/>
    <dgm:cxn modelId="{B9A29D4C-81DC-4087-AA5E-5C54B72D7F91}" type="presOf" srcId="{4AD9B536-6D4C-4023-BB21-AE4CCADD1BAD}" destId="{2F1409E4-9F96-488B-8FBF-6B70736233C4}" srcOrd="1" destOrd="0" presId="urn:microsoft.com/office/officeart/2005/8/layout/orgChart1"/>
    <dgm:cxn modelId="{29C9C56C-1282-4BDD-A0B2-1DB681B815F9}" type="presOf" srcId="{FF103395-E191-4EEF-8CDD-57442324F340}" destId="{FAEFA129-FDF7-4E7C-AC0C-F798F0A25A71}" srcOrd="0" destOrd="0" presId="urn:microsoft.com/office/officeart/2005/8/layout/orgChart1"/>
    <dgm:cxn modelId="{1FDB3F74-F8EA-4A36-A302-109C98752D3A}" srcId="{4AD9B536-6D4C-4023-BB21-AE4CCADD1BAD}" destId="{75C23D0D-3B2A-4878-8A3A-D68F2903BE14}" srcOrd="1" destOrd="0" parTransId="{1700C862-5729-4D59-AF95-DA092D38E334}" sibTransId="{20F6134A-2D9A-41C8-AAF7-3A865706DA66}"/>
    <dgm:cxn modelId="{2DA9DE8D-5A54-45C7-B404-7DD240308FE3}" srcId="{96290B5D-5433-496A-B528-61D8CBEA25A1}" destId="{4AD9B536-6D4C-4023-BB21-AE4CCADD1BAD}" srcOrd="2" destOrd="0" parTransId="{A04F9EDA-7A37-4547-BE78-265665E36E97}" sibTransId="{76987A67-8F1E-44A4-8F17-ED62C6B28F9D}"/>
    <dgm:cxn modelId="{046C108F-8EF7-476A-8C7D-541CDAD33E9D}" srcId="{96290B5D-5433-496A-B528-61D8CBEA25A1}" destId="{0AC52248-6090-484F-9EA6-28F3485AC7C9}" srcOrd="0" destOrd="0" parTransId="{808F5EFC-A5AF-44E7-B84C-2B4179075261}" sibTransId="{E6567008-09E3-41AD-BDC0-BD9229D70D94}"/>
    <dgm:cxn modelId="{CA66B396-6A13-4CA0-B8CC-EB2D5A5FA311}" srcId="{4AD9B536-6D4C-4023-BB21-AE4CCADD1BAD}" destId="{E3E81E64-2C30-4CB1-B72E-3847B8E4260D}" srcOrd="0" destOrd="0" parTransId="{FF103395-E191-4EEF-8CDD-57442324F340}" sibTransId="{562ED9C0-7A55-455A-912F-CC18E1FA5C22}"/>
    <dgm:cxn modelId="{AB7D2B98-866F-4F18-8BA4-6853D02997D6}" type="presOf" srcId="{1700C862-5729-4D59-AF95-DA092D38E334}" destId="{48B85054-3216-4824-8F4C-890827E44EF3}" srcOrd="0" destOrd="0" presId="urn:microsoft.com/office/officeart/2005/8/layout/orgChart1"/>
    <dgm:cxn modelId="{A5E7579F-3736-4C4B-BBFE-129E80EF36CC}" type="presOf" srcId="{75C23D0D-3B2A-4878-8A3A-D68F2903BE14}" destId="{134DE073-4E36-4ED9-8B7E-4011080CAD3B}" srcOrd="0" destOrd="0" presId="urn:microsoft.com/office/officeart/2005/8/layout/orgChart1"/>
    <dgm:cxn modelId="{DC32C09F-850E-4CA7-A3B0-5A6F6CF2B8F6}" type="presOf" srcId="{0AC52248-6090-484F-9EA6-28F3485AC7C9}" destId="{D68A5701-78D1-4261-8689-FCB8DDB23018}" srcOrd="0" destOrd="0" presId="urn:microsoft.com/office/officeart/2005/8/layout/orgChart1"/>
    <dgm:cxn modelId="{5A7238A0-1E4B-4556-95DB-555B5833E553}" type="presOf" srcId="{96290B5D-5433-496A-B528-61D8CBEA25A1}" destId="{C195DBEB-0BFF-40D5-A612-6B8814412C9E}" srcOrd="0" destOrd="0" presId="urn:microsoft.com/office/officeart/2005/8/layout/orgChart1"/>
    <dgm:cxn modelId="{019B3EB7-AC34-4E58-B727-55CB38F4AD83}" type="presOf" srcId="{0AC52248-6090-484F-9EA6-28F3485AC7C9}" destId="{EE52B756-B876-439D-B132-F726C5D2042D}" srcOrd="1" destOrd="0" presId="urn:microsoft.com/office/officeart/2005/8/layout/orgChart1"/>
    <dgm:cxn modelId="{4F5F5ABB-9F2B-4A13-BB6B-45489A13EECA}" type="presOf" srcId="{8CC1F00E-D8CB-4039-B970-9541A75FCFD6}" destId="{5EE4019F-E67C-498D-9E37-715C9F7A48DE}" srcOrd="1" destOrd="0" presId="urn:microsoft.com/office/officeart/2005/8/layout/orgChart1"/>
    <dgm:cxn modelId="{89DCB7BF-A7BB-4EAC-95B6-00692762FC9A}" srcId="{96290B5D-5433-496A-B528-61D8CBEA25A1}" destId="{8CC1F00E-D8CB-4039-B970-9541A75FCFD6}" srcOrd="1" destOrd="0" parTransId="{D5DFB96A-E301-41E0-BB03-37465D161604}" sibTransId="{3D8164DE-1306-45BE-A0C4-F9731EF6C445}"/>
    <dgm:cxn modelId="{5A4022D9-20DA-438E-9219-A0FE00235FA3}" type="presOf" srcId="{4AD9B536-6D4C-4023-BB21-AE4CCADD1BAD}" destId="{EB32885A-C410-42EB-88E2-85D384AFB882}" srcOrd="0" destOrd="0" presId="urn:microsoft.com/office/officeart/2005/8/layout/orgChart1"/>
    <dgm:cxn modelId="{49836BDC-994F-4542-9C6E-BB4DAE869992}" type="presOf" srcId="{C7E82597-A6E9-4EFA-B971-C02A626809AC}" destId="{B5A3A8EA-BF3F-4CCA-80C6-13725C066755}" srcOrd="1" destOrd="0" presId="urn:microsoft.com/office/officeart/2005/8/layout/orgChart1"/>
    <dgm:cxn modelId="{7DE31BE6-2596-47C0-85E2-E85AD00DDC8F}" type="presOf" srcId="{E3E81E64-2C30-4CB1-B72E-3847B8E4260D}" destId="{C66F74BC-E36D-4010-ACAC-C5BC60FDA73D}" srcOrd="0" destOrd="0" presId="urn:microsoft.com/office/officeart/2005/8/layout/orgChart1"/>
    <dgm:cxn modelId="{8F635FF2-FDE2-4B1D-979B-B935D38D2A04}" srcId="{96290B5D-5433-496A-B528-61D8CBEA25A1}" destId="{C7E82597-A6E9-4EFA-B971-C02A626809AC}" srcOrd="3" destOrd="0" parTransId="{7FF0AE71-872C-4852-9316-8BAD49579FD5}" sibTransId="{F89C7EEB-29F2-4C96-B6DB-89FC96CA1DA1}"/>
    <dgm:cxn modelId="{40527BF7-8C78-4174-88D5-17EFB8F93305}" type="presOf" srcId="{75C23D0D-3B2A-4878-8A3A-D68F2903BE14}" destId="{DDDB7DDC-61CA-4558-BC90-36A9FE2F92CB}" srcOrd="1" destOrd="0" presId="urn:microsoft.com/office/officeart/2005/8/layout/orgChart1"/>
    <dgm:cxn modelId="{D607A534-52DB-48B0-8BCD-85C5651D24BF}" type="presParOf" srcId="{C195DBEB-0BFF-40D5-A612-6B8814412C9E}" destId="{E33147A3-A7EE-4334-8A2B-AEDE45EA9848}" srcOrd="0" destOrd="0" presId="urn:microsoft.com/office/officeart/2005/8/layout/orgChart1"/>
    <dgm:cxn modelId="{23875211-CCEA-4A68-9B72-32DF37233FD5}" type="presParOf" srcId="{E33147A3-A7EE-4334-8A2B-AEDE45EA9848}" destId="{BBBF97C7-F136-48F1-AD40-49F7469795EE}" srcOrd="0" destOrd="0" presId="urn:microsoft.com/office/officeart/2005/8/layout/orgChart1"/>
    <dgm:cxn modelId="{208ED331-F8FD-43DD-AB12-A2439B4F2031}" type="presParOf" srcId="{BBBF97C7-F136-48F1-AD40-49F7469795EE}" destId="{D68A5701-78D1-4261-8689-FCB8DDB23018}" srcOrd="0" destOrd="0" presId="urn:microsoft.com/office/officeart/2005/8/layout/orgChart1"/>
    <dgm:cxn modelId="{77407BF9-1388-42E5-A88E-453849EA3263}" type="presParOf" srcId="{BBBF97C7-F136-48F1-AD40-49F7469795EE}" destId="{EE52B756-B876-439D-B132-F726C5D2042D}" srcOrd="1" destOrd="0" presId="urn:microsoft.com/office/officeart/2005/8/layout/orgChart1"/>
    <dgm:cxn modelId="{4435A6E3-6CEA-49FE-8BA1-96A29B808D42}" type="presParOf" srcId="{E33147A3-A7EE-4334-8A2B-AEDE45EA9848}" destId="{C68972D0-99F0-4165-BF43-D6EB4C963CEC}" srcOrd="1" destOrd="0" presId="urn:microsoft.com/office/officeart/2005/8/layout/orgChart1"/>
    <dgm:cxn modelId="{3EAA6962-A604-4294-B71B-2BEF4ACA6A28}" type="presParOf" srcId="{E33147A3-A7EE-4334-8A2B-AEDE45EA9848}" destId="{52246312-DBA8-4B47-8999-72B8C8608B51}" srcOrd="2" destOrd="0" presId="urn:microsoft.com/office/officeart/2005/8/layout/orgChart1"/>
    <dgm:cxn modelId="{46CC194E-DF1B-4D19-8E27-64985E4527E1}" type="presParOf" srcId="{C195DBEB-0BFF-40D5-A612-6B8814412C9E}" destId="{EA8D12F5-9EFC-4142-8EA7-66BA273FEDAD}" srcOrd="1" destOrd="0" presId="urn:microsoft.com/office/officeart/2005/8/layout/orgChart1"/>
    <dgm:cxn modelId="{4335DB34-38D6-4AB9-B58F-2D45D9D8FB70}" type="presParOf" srcId="{EA8D12F5-9EFC-4142-8EA7-66BA273FEDAD}" destId="{5B2CB9BF-603A-4277-AB6C-585EA48EE235}" srcOrd="0" destOrd="0" presId="urn:microsoft.com/office/officeart/2005/8/layout/orgChart1"/>
    <dgm:cxn modelId="{E92BE09F-10B4-4E04-A47E-A44633C9FC71}" type="presParOf" srcId="{5B2CB9BF-603A-4277-AB6C-585EA48EE235}" destId="{79C7458A-6D89-494D-A9DD-4A638B6FD978}" srcOrd="0" destOrd="0" presId="urn:microsoft.com/office/officeart/2005/8/layout/orgChart1"/>
    <dgm:cxn modelId="{5C3A0113-14DB-4D79-A0C6-ECE3217C5AF8}" type="presParOf" srcId="{5B2CB9BF-603A-4277-AB6C-585EA48EE235}" destId="{5EE4019F-E67C-498D-9E37-715C9F7A48DE}" srcOrd="1" destOrd="0" presId="urn:microsoft.com/office/officeart/2005/8/layout/orgChart1"/>
    <dgm:cxn modelId="{1C5EB9D3-BF01-4A29-AA10-ABBD116A7EA0}" type="presParOf" srcId="{EA8D12F5-9EFC-4142-8EA7-66BA273FEDAD}" destId="{06E6C2A7-32AE-4B1C-9614-726B656D6B31}" srcOrd="1" destOrd="0" presId="urn:microsoft.com/office/officeart/2005/8/layout/orgChart1"/>
    <dgm:cxn modelId="{0422CB20-BB41-446F-A685-4D7EF244726D}" type="presParOf" srcId="{EA8D12F5-9EFC-4142-8EA7-66BA273FEDAD}" destId="{65675DC7-F894-4B4A-8B69-02FDE9652BE8}" srcOrd="2" destOrd="0" presId="urn:microsoft.com/office/officeart/2005/8/layout/orgChart1"/>
    <dgm:cxn modelId="{6162637C-12ED-46D6-B572-7660A78159AE}" type="presParOf" srcId="{C195DBEB-0BFF-40D5-A612-6B8814412C9E}" destId="{593583BF-41A0-49DE-AD55-655D932E0940}" srcOrd="2" destOrd="0" presId="urn:microsoft.com/office/officeart/2005/8/layout/orgChart1"/>
    <dgm:cxn modelId="{1ED5F482-C24E-4D31-9C58-F04A683C60A1}" type="presParOf" srcId="{593583BF-41A0-49DE-AD55-655D932E0940}" destId="{DF88CA86-232C-4A40-BF78-697E3708531D}" srcOrd="0" destOrd="0" presId="urn:microsoft.com/office/officeart/2005/8/layout/orgChart1"/>
    <dgm:cxn modelId="{B00E4125-4B6E-499E-801C-FBC047CD24B1}" type="presParOf" srcId="{DF88CA86-232C-4A40-BF78-697E3708531D}" destId="{EB32885A-C410-42EB-88E2-85D384AFB882}" srcOrd="0" destOrd="0" presId="urn:microsoft.com/office/officeart/2005/8/layout/orgChart1"/>
    <dgm:cxn modelId="{CE09B3A4-3B9D-41F1-8227-7C9A4D61A9BD}" type="presParOf" srcId="{DF88CA86-232C-4A40-BF78-697E3708531D}" destId="{2F1409E4-9F96-488B-8FBF-6B70736233C4}" srcOrd="1" destOrd="0" presId="urn:microsoft.com/office/officeart/2005/8/layout/orgChart1"/>
    <dgm:cxn modelId="{A14C3A1F-F38D-4AB5-A5BF-D447750C8EA7}" type="presParOf" srcId="{593583BF-41A0-49DE-AD55-655D932E0940}" destId="{D9CA034C-CB20-480E-B10B-30599E453089}" srcOrd="1" destOrd="0" presId="urn:microsoft.com/office/officeart/2005/8/layout/orgChart1"/>
    <dgm:cxn modelId="{7F0DB227-82A7-4E78-BAA7-E5D7566986C1}" type="presParOf" srcId="{D9CA034C-CB20-480E-B10B-30599E453089}" destId="{FAEFA129-FDF7-4E7C-AC0C-F798F0A25A71}" srcOrd="0" destOrd="0" presId="urn:microsoft.com/office/officeart/2005/8/layout/orgChart1"/>
    <dgm:cxn modelId="{A60CAAFB-C08B-4A57-9689-8A5C3A346E5B}" type="presParOf" srcId="{D9CA034C-CB20-480E-B10B-30599E453089}" destId="{E67D2F68-FB49-43BD-BB1D-C8DEF4AA6A53}" srcOrd="1" destOrd="0" presId="urn:microsoft.com/office/officeart/2005/8/layout/orgChart1"/>
    <dgm:cxn modelId="{E8F875A8-4973-46F1-B2E1-517BE6A9E8E0}" type="presParOf" srcId="{E67D2F68-FB49-43BD-BB1D-C8DEF4AA6A53}" destId="{62BB503A-DED0-4A12-A5E7-63F3DD654B31}" srcOrd="0" destOrd="0" presId="urn:microsoft.com/office/officeart/2005/8/layout/orgChart1"/>
    <dgm:cxn modelId="{7B1E86AB-BBB7-4EB9-ABB8-BC30ACE6E3C1}" type="presParOf" srcId="{62BB503A-DED0-4A12-A5E7-63F3DD654B31}" destId="{C66F74BC-E36D-4010-ACAC-C5BC60FDA73D}" srcOrd="0" destOrd="0" presId="urn:microsoft.com/office/officeart/2005/8/layout/orgChart1"/>
    <dgm:cxn modelId="{FF6F0D6A-5930-443C-984C-8D58EED22B8F}" type="presParOf" srcId="{62BB503A-DED0-4A12-A5E7-63F3DD654B31}" destId="{2C94A69E-2761-418C-A910-A236AB2B232B}" srcOrd="1" destOrd="0" presId="urn:microsoft.com/office/officeart/2005/8/layout/orgChart1"/>
    <dgm:cxn modelId="{6DAC83FA-D7D8-41CE-8E44-B9F735340BFA}" type="presParOf" srcId="{E67D2F68-FB49-43BD-BB1D-C8DEF4AA6A53}" destId="{90B16EED-E8A0-44B3-A97B-6FDEC3D83880}" srcOrd="1" destOrd="0" presId="urn:microsoft.com/office/officeart/2005/8/layout/orgChart1"/>
    <dgm:cxn modelId="{3C715BCE-5383-48A8-AEB5-ECCD21E93C91}" type="presParOf" srcId="{E67D2F68-FB49-43BD-BB1D-C8DEF4AA6A53}" destId="{6EB10F69-EF97-4C2D-AF36-E31CCFDBE7B9}" srcOrd="2" destOrd="0" presId="urn:microsoft.com/office/officeart/2005/8/layout/orgChart1"/>
    <dgm:cxn modelId="{501F8405-AD2B-46F0-82F8-8844DE3CF104}" type="presParOf" srcId="{D9CA034C-CB20-480E-B10B-30599E453089}" destId="{48B85054-3216-4824-8F4C-890827E44EF3}" srcOrd="2" destOrd="0" presId="urn:microsoft.com/office/officeart/2005/8/layout/orgChart1"/>
    <dgm:cxn modelId="{53F515F2-6B9C-4E7E-9E7B-4049E822D402}" type="presParOf" srcId="{D9CA034C-CB20-480E-B10B-30599E453089}" destId="{913803B8-AE79-43B3-8BEA-302FF0FC3190}" srcOrd="3" destOrd="0" presId="urn:microsoft.com/office/officeart/2005/8/layout/orgChart1"/>
    <dgm:cxn modelId="{4CEA0AC8-C602-4081-B110-6CAA5B67EF18}" type="presParOf" srcId="{913803B8-AE79-43B3-8BEA-302FF0FC3190}" destId="{292E3A4E-A8C0-4E22-9CEF-DC8632271DFB}" srcOrd="0" destOrd="0" presId="urn:microsoft.com/office/officeart/2005/8/layout/orgChart1"/>
    <dgm:cxn modelId="{8C6D1A82-83E8-4767-A46C-122C10FFEA7F}" type="presParOf" srcId="{292E3A4E-A8C0-4E22-9CEF-DC8632271DFB}" destId="{134DE073-4E36-4ED9-8B7E-4011080CAD3B}" srcOrd="0" destOrd="0" presId="urn:microsoft.com/office/officeart/2005/8/layout/orgChart1"/>
    <dgm:cxn modelId="{570B405C-330F-4452-A0B6-53711E97AFE4}" type="presParOf" srcId="{292E3A4E-A8C0-4E22-9CEF-DC8632271DFB}" destId="{DDDB7DDC-61CA-4558-BC90-36A9FE2F92CB}" srcOrd="1" destOrd="0" presId="urn:microsoft.com/office/officeart/2005/8/layout/orgChart1"/>
    <dgm:cxn modelId="{BC4FE6CD-F11F-4FA7-B9C2-40C4868AD6BA}" type="presParOf" srcId="{913803B8-AE79-43B3-8BEA-302FF0FC3190}" destId="{9D7F45E3-A3CD-4019-97A9-53A8E1911EFA}" srcOrd="1" destOrd="0" presId="urn:microsoft.com/office/officeart/2005/8/layout/orgChart1"/>
    <dgm:cxn modelId="{D2F1304E-A94C-4285-BD0C-DCC2C59A225B}" type="presParOf" srcId="{913803B8-AE79-43B3-8BEA-302FF0FC3190}" destId="{494F10AA-4B18-477C-AC09-448331D7F986}" srcOrd="2" destOrd="0" presId="urn:microsoft.com/office/officeart/2005/8/layout/orgChart1"/>
    <dgm:cxn modelId="{676B3AFC-3DE3-42A3-944A-C332FCC81623}" type="presParOf" srcId="{593583BF-41A0-49DE-AD55-655D932E0940}" destId="{737B6121-2971-43C1-9DAD-A5256F251B05}" srcOrd="2" destOrd="0" presId="urn:microsoft.com/office/officeart/2005/8/layout/orgChart1"/>
    <dgm:cxn modelId="{F01AED66-AAA1-42F4-9441-1B7020C902CF}" type="presParOf" srcId="{C195DBEB-0BFF-40D5-A612-6B8814412C9E}" destId="{40C8EBBC-0513-4F0E-9CAB-70F9196F660C}" srcOrd="3" destOrd="0" presId="urn:microsoft.com/office/officeart/2005/8/layout/orgChart1"/>
    <dgm:cxn modelId="{2147A329-69EB-4DCA-80D9-610A4ABCDCAB}" type="presParOf" srcId="{40C8EBBC-0513-4F0E-9CAB-70F9196F660C}" destId="{FF669021-BD8B-4265-92BB-1E5A59B05DE5}" srcOrd="0" destOrd="0" presId="urn:microsoft.com/office/officeart/2005/8/layout/orgChart1"/>
    <dgm:cxn modelId="{467BD922-2FA4-4F23-92B8-CE9D3DE03686}" type="presParOf" srcId="{FF669021-BD8B-4265-92BB-1E5A59B05DE5}" destId="{9FFC627F-BC2B-4A93-9193-05F4FA9C8DD8}" srcOrd="0" destOrd="0" presId="urn:microsoft.com/office/officeart/2005/8/layout/orgChart1"/>
    <dgm:cxn modelId="{3432C7B0-345C-4CBE-8C2D-D816EF1A0811}" type="presParOf" srcId="{FF669021-BD8B-4265-92BB-1E5A59B05DE5}" destId="{B5A3A8EA-BF3F-4CCA-80C6-13725C066755}" srcOrd="1" destOrd="0" presId="urn:microsoft.com/office/officeart/2005/8/layout/orgChart1"/>
    <dgm:cxn modelId="{4FBA02A2-CAF7-4BE2-8D04-1D9D79968EEF}" type="presParOf" srcId="{40C8EBBC-0513-4F0E-9CAB-70F9196F660C}" destId="{7672F273-8BBA-4CE3-BEFD-F29079B21D50}" srcOrd="1" destOrd="0" presId="urn:microsoft.com/office/officeart/2005/8/layout/orgChart1"/>
    <dgm:cxn modelId="{DE26074E-C0D1-4B8F-B164-B76141C7D447}" type="presParOf" srcId="{40C8EBBC-0513-4F0E-9CAB-70F9196F660C}" destId="{EA78941A-295F-4AD9-A316-6EF1678A222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05D44C-3EDF-478F-BA94-98275CCDA7AF}" type="doc">
      <dgm:prSet loTypeId="urn:microsoft.com/office/officeart/2005/8/layout/defaul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3AB1D2E0-4374-4E96-8C8E-65334DCE8711}">
      <dgm:prSet/>
      <dgm:spPr/>
      <dgm:t>
        <a:bodyPr/>
        <a:lstStyle/>
        <a:p>
          <a:r>
            <a:rPr lang="en-US" b="1"/>
            <a:t>Tool:</a:t>
          </a:r>
          <a:r>
            <a:rPr lang="en-US"/>
            <a:t> WEKA Explorer</a:t>
          </a:r>
        </a:p>
      </dgm:t>
    </dgm:pt>
    <dgm:pt modelId="{A1798A9B-E07A-4B5F-AD57-A0CE1DE096AD}" type="parTrans" cxnId="{C72239B5-C43C-4618-886B-8846F7CD5329}">
      <dgm:prSet/>
      <dgm:spPr/>
      <dgm:t>
        <a:bodyPr/>
        <a:lstStyle/>
        <a:p>
          <a:endParaRPr lang="en-US"/>
        </a:p>
      </dgm:t>
    </dgm:pt>
    <dgm:pt modelId="{54847B2C-63D7-49FA-873A-D20F530AD946}" type="sibTrans" cxnId="{C72239B5-C43C-4618-886B-8846F7CD5329}">
      <dgm:prSet phldrT="01"/>
      <dgm:spPr/>
      <dgm:t>
        <a:bodyPr/>
        <a:lstStyle/>
        <a:p>
          <a:endParaRPr lang="en-US"/>
        </a:p>
      </dgm:t>
    </dgm:pt>
    <dgm:pt modelId="{B70B4C10-8679-4BF9-932F-9350D5846E8C}">
      <dgm:prSet/>
      <dgm:spPr/>
      <dgm:t>
        <a:bodyPr/>
        <a:lstStyle/>
        <a:p>
          <a:r>
            <a:rPr lang="en-US" b="1"/>
            <a:t>Classifier Used:</a:t>
          </a:r>
          <a:r>
            <a:rPr lang="en-US"/>
            <a:t> DecisionTable</a:t>
          </a:r>
        </a:p>
      </dgm:t>
    </dgm:pt>
    <dgm:pt modelId="{53C0FFEA-5416-4D2C-B83E-D8911018F6C9}" type="parTrans" cxnId="{324AFEFB-05AF-4772-BBFE-08D7B1F5FE90}">
      <dgm:prSet/>
      <dgm:spPr/>
      <dgm:t>
        <a:bodyPr/>
        <a:lstStyle/>
        <a:p>
          <a:endParaRPr lang="en-US"/>
        </a:p>
      </dgm:t>
    </dgm:pt>
    <dgm:pt modelId="{41F40D29-6C8A-4DCB-B75E-20A25DE3E544}" type="sibTrans" cxnId="{324AFEFB-05AF-4772-BBFE-08D7B1F5FE90}">
      <dgm:prSet phldrT="02"/>
      <dgm:spPr/>
      <dgm:t>
        <a:bodyPr/>
        <a:lstStyle/>
        <a:p>
          <a:endParaRPr lang="en-US"/>
        </a:p>
      </dgm:t>
    </dgm:pt>
    <dgm:pt modelId="{848FD737-599C-4EF4-9141-5542E4463FA8}">
      <dgm:prSet/>
      <dgm:spPr/>
      <dgm:t>
        <a:bodyPr/>
        <a:lstStyle/>
        <a:p>
          <a:r>
            <a:rPr lang="en-US" b="1"/>
            <a:t>Evaluation Method:</a:t>
          </a:r>
          <a:r>
            <a:rPr lang="en-US"/>
            <a:t> 10-fold cross-validation</a:t>
          </a:r>
        </a:p>
      </dgm:t>
    </dgm:pt>
    <dgm:pt modelId="{1E9D178B-A624-43FC-84D6-6857385E9744}" type="parTrans" cxnId="{BC64EE6C-321D-4BC8-A8F4-8D30A8B1038C}">
      <dgm:prSet/>
      <dgm:spPr/>
      <dgm:t>
        <a:bodyPr/>
        <a:lstStyle/>
        <a:p>
          <a:endParaRPr lang="en-US"/>
        </a:p>
      </dgm:t>
    </dgm:pt>
    <dgm:pt modelId="{BE378249-D47D-419C-A8DB-CCD9E08AC4BD}" type="sibTrans" cxnId="{BC64EE6C-321D-4BC8-A8F4-8D30A8B1038C}">
      <dgm:prSet phldrT="03"/>
      <dgm:spPr/>
      <dgm:t>
        <a:bodyPr/>
        <a:lstStyle/>
        <a:p>
          <a:endParaRPr lang="en-US"/>
        </a:p>
      </dgm:t>
    </dgm:pt>
    <dgm:pt modelId="{796C5320-2F60-4943-B376-9C35CB92D5BC}">
      <dgm:prSet/>
      <dgm:spPr/>
      <dgm:t>
        <a:bodyPr/>
        <a:lstStyle/>
        <a:p>
          <a:r>
            <a:rPr lang="en-US" b="1" dirty="0"/>
            <a:t>Dataset Variants Tested:</a:t>
          </a:r>
          <a:endParaRPr lang="en-US" dirty="0"/>
        </a:p>
      </dgm:t>
    </dgm:pt>
    <dgm:pt modelId="{5FE32B57-24AD-45FB-9875-BBC97CA8F5A3}" type="parTrans" cxnId="{3F553CAA-F3E4-48DD-957C-0D7744572067}">
      <dgm:prSet/>
      <dgm:spPr/>
      <dgm:t>
        <a:bodyPr/>
        <a:lstStyle/>
        <a:p>
          <a:endParaRPr lang="en-US"/>
        </a:p>
      </dgm:t>
    </dgm:pt>
    <dgm:pt modelId="{AD97F6A4-7F1D-4E5F-8F87-E5A2A3379B99}" type="sibTrans" cxnId="{3F553CAA-F3E4-48DD-957C-0D7744572067}">
      <dgm:prSet phldrT="04"/>
      <dgm:spPr/>
      <dgm:t>
        <a:bodyPr/>
        <a:lstStyle/>
        <a:p>
          <a:endParaRPr lang="en-US"/>
        </a:p>
      </dgm:t>
    </dgm:pt>
    <dgm:pt modelId="{7239CF7F-9694-4F0F-863E-314A7A6B3013}">
      <dgm:prSet/>
      <dgm:spPr/>
      <dgm:t>
        <a:bodyPr/>
        <a:lstStyle/>
        <a:p>
          <a:r>
            <a:rPr lang="en-US" dirty="0"/>
            <a:t>Unsupervised Discretized</a:t>
          </a:r>
        </a:p>
      </dgm:t>
    </dgm:pt>
    <dgm:pt modelId="{37D26518-3EA9-45A5-8815-D23F35957D57}" type="parTrans" cxnId="{66E50050-4374-4BC7-BD21-ED057A614854}">
      <dgm:prSet/>
      <dgm:spPr/>
      <dgm:t>
        <a:bodyPr/>
        <a:lstStyle/>
        <a:p>
          <a:endParaRPr lang="en-US"/>
        </a:p>
      </dgm:t>
    </dgm:pt>
    <dgm:pt modelId="{0FD14E9E-D3AA-4AAC-8E0E-2B8301C1BD23}" type="sibTrans" cxnId="{66E50050-4374-4BC7-BD21-ED057A614854}">
      <dgm:prSet/>
      <dgm:spPr/>
      <dgm:t>
        <a:bodyPr/>
        <a:lstStyle/>
        <a:p>
          <a:endParaRPr lang="en-US"/>
        </a:p>
      </dgm:t>
    </dgm:pt>
    <dgm:pt modelId="{43B0D233-A0D2-4D86-B690-C3DF44ED5226}">
      <dgm:prSet/>
      <dgm:spPr/>
      <dgm:t>
        <a:bodyPr/>
        <a:lstStyle/>
        <a:p>
          <a:r>
            <a:rPr lang="en-US" dirty="0"/>
            <a:t>Supervised Discretized</a:t>
          </a:r>
        </a:p>
      </dgm:t>
    </dgm:pt>
    <dgm:pt modelId="{DFB14D17-AC0D-431F-B7B3-2C2C37FC6108}" type="parTrans" cxnId="{3554C689-7398-4223-8973-5DDC6256B0E3}">
      <dgm:prSet/>
      <dgm:spPr/>
      <dgm:t>
        <a:bodyPr/>
        <a:lstStyle/>
        <a:p>
          <a:endParaRPr lang="en-US"/>
        </a:p>
      </dgm:t>
    </dgm:pt>
    <dgm:pt modelId="{B6F596F7-FBFA-43A3-BAC6-5FE4CEEFF1D1}" type="sibTrans" cxnId="{3554C689-7398-4223-8973-5DDC6256B0E3}">
      <dgm:prSet/>
      <dgm:spPr/>
      <dgm:t>
        <a:bodyPr/>
        <a:lstStyle/>
        <a:p>
          <a:endParaRPr lang="en-US"/>
        </a:p>
      </dgm:t>
    </dgm:pt>
    <dgm:pt modelId="{F2CCB1AC-9755-465F-B8A3-A8909D9D5C05}">
      <dgm:prSet/>
      <dgm:spPr/>
      <dgm:t>
        <a:bodyPr/>
        <a:lstStyle/>
        <a:p>
          <a:r>
            <a:rPr lang="en-US" dirty="0" err="1"/>
            <a:t>PKIDiscretized</a:t>
          </a:r>
          <a:endParaRPr lang="en-US" dirty="0"/>
        </a:p>
      </dgm:t>
    </dgm:pt>
    <dgm:pt modelId="{8D04EE6C-0528-4D0A-BFFF-48A9CB1D0158}" type="parTrans" cxnId="{C10C1DC2-855E-4484-AC61-EAEB338C171E}">
      <dgm:prSet/>
      <dgm:spPr/>
      <dgm:t>
        <a:bodyPr/>
        <a:lstStyle/>
        <a:p>
          <a:endParaRPr lang="en-US"/>
        </a:p>
      </dgm:t>
    </dgm:pt>
    <dgm:pt modelId="{69EE5F02-100A-4ECB-9B4B-B4EBCF39B9B4}" type="sibTrans" cxnId="{C10C1DC2-855E-4484-AC61-EAEB338C171E}">
      <dgm:prSet/>
      <dgm:spPr/>
      <dgm:t>
        <a:bodyPr/>
        <a:lstStyle/>
        <a:p>
          <a:endParaRPr lang="en-US"/>
        </a:p>
      </dgm:t>
    </dgm:pt>
    <dgm:pt modelId="{EFD41CD3-B8E8-4777-AC73-15C1A416E7B0}">
      <dgm:prSet/>
      <dgm:spPr/>
      <dgm:t>
        <a:bodyPr/>
        <a:lstStyle/>
        <a:p>
          <a:r>
            <a:rPr lang="en-US"/>
            <a:t>Each version was evaluated independently to observe its impact on classification accuracy</a:t>
          </a:r>
        </a:p>
      </dgm:t>
    </dgm:pt>
    <dgm:pt modelId="{8C81682A-5E16-4F0A-83E9-601C916570E6}" type="parTrans" cxnId="{DD20A5F1-6DD6-46B7-B9D3-776FA36B121B}">
      <dgm:prSet/>
      <dgm:spPr/>
      <dgm:t>
        <a:bodyPr/>
        <a:lstStyle/>
        <a:p>
          <a:endParaRPr lang="en-US"/>
        </a:p>
      </dgm:t>
    </dgm:pt>
    <dgm:pt modelId="{B4AFB3FD-F417-4AE9-8478-3C80D3321382}" type="sibTrans" cxnId="{DD20A5F1-6DD6-46B7-B9D3-776FA36B121B}">
      <dgm:prSet phldrT="05"/>
      <dgm:spPr/>
      <dgm:t>
        <a:bodyPr/>
        <a:lstStyle/>
        <a:p>
          <a:endParaRPr lang="en-US"/>
        </a:p>
      </dgm:t>
    </dgm:pt>
    <dgm:pt modelId="{61AC630B-BB2F-4705-9DCD-CB06FE431BFE}">
      <dgm:prSet/>
      <dgm:spPr/>
      <dgm:t>
        <a:bodyPr/>
        <a:lstStyle/>
        <a:p>
          <a:r>
            <a:rPr lang="en-US" dirty="0"/>
            <a:t>Original dataset (no discretization)</a:t>
          </a:r>
        </a:p>
      </dgm:t>
    </dgm:pt>
    <dgm:pt modelId="{E0DD7658-346C-444E-821D-B568EF3669C8}" type="parTrans" cxnId="{45A90736-C1EF-4CA0-A95E-CD13235ECA84}">
      <dgm:prSet/>
      <dgm:spPr/>
      <dgm:t>
        <a:bodyPr/>
        <a:lstStyle/>
        <a:p>
          <a:endParaRPr lang="en-US"/>
        </a:p>
      </dgm:t>
    </dgm:pt>
    <dgm:pt modelId="{2C29415B-CAC2-482F-820E-9932148E5D6E}" type="sibTrans" cxnId="{45A90736-C1EF-4CA0-A95E-CD13235ECA84}">
      <dgm:prSet/>
      <dgm:spPr/>
      <dgm:t>
        <a:bodyPr/>
        <a:lstStyle/>
        <a:p>
          <a:endParaRPr lang="en-US"/>
        </a:p>
      </dgm:t>
    </dgm:pt>
    <dgm:pt modelId="{58E77CC7-7576-4803-BD71-902F08F709C2}" type="pres">
      <dgm:prSet presAssocID="{7105D44C-3EDF-478F-BA94-98275CCDA7AF}" presName="diagram" presStyleCnt="0">
        <dgm:presLayoutVars>
          <dgm:dir/>
          <dgm:resizeHandles val="exact"/>
        </dgm:presLayoutVars>
      </dgm:prSet>
      <dgm:spPr/>
    </dgm:pt>
    <dgm:pt modelId="{2E4863A0-026D-4D2C-8DF5-C6AD5EA2CC2F}" type="pres">
      <dgm:prSet presAssocID="{3AB1D2E0-4374-4E96-8C8E-65334DCE8711}" presName="node" presStyleLbl="node1" presStyleIdx="0" presStyleCnt="5">
        <dgm:presLayoutVars>
          <dgm:bulletEnabled val="1"/>
        </dgm:presLayoutVars>
      </dgm:prSet>
      <dgm:spPr/>
    </dgm:pt>
    <dgm:pt modelId="{12F0DF3A-5D08-4372-9EC9-7DE1D25DB256}" type="pres">
      <dgm:prSet presAssocID="{54847B2C-63D7-49FA-873A-D20F530AD946}" presName="sibTrans" presStyleCnt="0"/>
      <dgm:spPr/>
    </dgm:pt>
    <dgm:pt modelId="{03476159-D158-4323-8DB3-6C6D7A2C8CE0}" type="pres">
      <dgm:prSet presAssocID="{B70B4C10-8679-4BF9-932F-9350D5846E8C}" presName="node" presStyleLbl="node1" presStyleIdx="1" presStyleCnt="5">
        <dgm:presLayoutVars>
          <dgm:bulletEnabled val="1"/>
        </dgm:presLayoutVars>
      </dgm:prSet>
      <dgm:spPr/>
    </dgm:pt>
    <dgm:pt modelId="{6ACBD9DF-8855-496C-A8C9-1CEBC65C4BD1}" type="pres">
      <dgm:prSet presAssocID="{41F40D29-6C8A-4DCB-B75E-20A25DE3E544}" presName="sibTrans" presStyleCnt="0"/>
      <dgm:spPr/>
    </dgm:pt>
    <dgm:pt modelId="{9FB9ECC2-BC2E-4E6B-A334-DA83B615661A}" type="pres">
      <dgm:prSet presAssocID="{848FD737-599C-4EF4-9141-5542E4463FA8}" presName="node" presStyleLbl="node1" presStyleIdx="2" presStyleCnt="5">
        <dgm:presLayoutVars>
          <dgm:bulletEnabled val="1"/>
        </dgm:presLayoutVars>
      </dgm:prSet>
      <dgm:spPr/>
    </dgm:pt>
    <dgm:pt modelId="{BDA9F1EF-5980-4F62-972A-74467CF7DCB1}" type="pres">
      <dgm:prSet presAssocID="{BE378249-D47D-419C-A8DB-CCD9E08AC4BD}" presName="sibTrans" presStyleCnt="0"/>
      <dgm:spPr/>
    </dgm:pt>
    <dgm:pt modelId="{70C0535E-C76F-47E3-A327-20771440BE75}" type="pres">
      <dgm:prSet presAssocID="{796C5320-2F60-4943-B376-9C35CB92D5BC}" presName="node" presStyleLbl="node1" presStyleIdx="3" presStyleCnt="5">
        <dgm:presLayoutVars>
          <dgm:bulletEnabled val="1"/>
        </dgm:presLayoutVars>
      </dgm:prSet>
      <dgm:spPr/>
    </dgm:pt>
    <dgm:pt modelId="{254B0661-7452-426E-89F1-D79A98A2FB41}" type="pres">
      <dgm:prSet presAssocID="{AD97F6A4-7F1D-4E5F-8F87-E5A2A3379B99}" presName="sibTrans" presStyleCnt="0"/>
      <dgm:spPr/>
    </dgm:pt>
    <dgm:pt modelId="{D350A2C5-DBCD-4674-AB98-560C58D9BAFF}" type="pres">
      <dgm:prSet presAssocID="{EFD41CD3-B8E8-4777-AC73-15C1A416E7B0}" presName="node" presStyleLbl="node1" presStyleIdx="4" presStyleCnt="5">
        <dgm:presLayoutVars>
          <dgm:bulletEnabled val="1"/>
        </dgm:presLayoutVars>
      </dgm:prSet>
      <dgm:spPr/>
    </dgm:pt>
  </dgm:ptLst>
  <dgm:cxnLst>
    <dgm:cxn modelId="{5795BA09-EF62-4F29-8E73-310BEEAB9AC0}" type="presOf" srcId="{7239CF7F-9694-4F0F-863E-314A7A6B3013}" destId="{70C0535E-C76F-47E3-A327-20771440BE75}" srcOrd="0" destOrd="2" presId="urn:microsoft.com/office/officeart/2005/8/layout/default"/>
    <dgm:cxn modelId="{BC25020D-581D-4FF7-8DEE-819B14D73DCE}" type="presOf" srcId="{3AB1D2E0-4374-4E96-8C8E-65334DCE8711}" destId="{2E4863A0-026D-4D2C-8DF5-C6AD5EA2CC2F}" srcOrd="0" destOrd="0" presId="urn:microsoft.com/office/officeart/2005/8/layout/default"/>
    <dgm:cxn modelId="{77674833-CCDE-4067-B9D9-D49D967103F6}" type="presOf" srcId="{7105D44C-3EDF-478F-BA94-98275CCDA7AF}" destId="{58E77CC7-7576-4803-BD71-902F08F709C2}" srcOrd="0" destOrd="0" presId="urn:microsoft.com/office/officeart/2005/8/layout/default"/>
    <dgm:cxn modelId="{45A90736-C1EF-4CA0-A95E-CD13235ECA84}" srcId="{796C5320-2F60-4943-B376-9C35CB92D5BC}" destId="{61AC630B-BB2F-4705-9DCD-CB06FE431BFE}" srcOrd="0" destOrd="0" parTransId="{E0DD7658-346C-444E-821D-B568EF3669C8}" sibTransId="{2C29415B-CAC2-482F-820E-9932148E5D6E}"/>
    <dgm:cxn modelId="{FBC6FB46-A93D-4DEF-8E90-4CC476D6014C}" type="presOf" srcId="{B70B4C10-8679-4BF9-932F-9350D5846E8C}" destId="{03476159-D158-4323-8DB3-6C6D7A2C8CE0}" srcOrd="0" destOrd="0" presId="urn:microsoft.com/office/officeart/2005/8/layout/default"/>
    <dgm:cxn modelId="{BC64EE6C-321D-4BC8-A8F4-8D30A8B1038C}" srcId="{7105D44C-3EDF-478F-BA94-98275CCDA7AF}" destId="{848FD737-599C-4EF4-9141-5542E4463FA8}" srcOrd="2" destOrd="0" parTransId="{1E9D178B-A624-43FC-84D6-6857385E9744}" sibTransId="{BE378249-D47D-419C-A8DB-CCD9E08AC4BD}"/>
    <dgm:cxn modelId="{66E50050-4374-4BC7-BD21-ED057A614854}" srcId="{796C5320-2F60-4943-B376-9C35CB92D5BC}" destId="{7239CF7F-9694-4F0F-863E-314A7A6B3013}" srcOrd="1" destOrd="0" parTransId="{37D26518-3EA9-45A5-8815-D23F35957D57}" sibTransId="{0FD14E9E-D3AA-4AAC-8E0E-2B8301C1BD23}"/>
    <dgm:cxn modelId="{D7715C70-11EA-4CF1-98D9-89013F663604}" type="presOf" srcId="{796C5320-2F60-4943-B376-9C35CB92D5BC}" destId="{70C0535E-C76F-47E3-A327-20771440BE75}" srcOrd="0" destOrd="0" presId="urn:microsoft.com/office/officeart/2005/8/layout/default"/>
    <dgm:cxn modelId="{3554C689-7398-4223-8973-5DDC6256B0E3}" srcId="{796C5320-2F60-4943-B376-9C35CB92D5BC}" destId="{43B0D233-A0D2-4D86-B690-C3DF44ED5226}" srcOrd="2" destOrd="0" parTransId="{DFB14D17-AC0D-431F-B7B3-2C2C37FC6108}" sibTransId="{B6F596F7-FBFA-43A3-BAC6-5FE4CEEFF1D1}"/>
    <dgm:cxn modelId="{5BB2688D-448C-4D58-A0ED-ADBAD99125EF}" type="presOf" srcId="{848FD737-599C-4EF4-9141-5542E4463FA8}" destId="{9FB9ECC2-BC2E-4E6B-A334-DA83B615661A}" srcOrd="0" destOrd="0" presId="urn:microsoft.com/office/officeart/2005/8/layout/default"/>
    <dgm:cxn modelId="{7BF62591-A75F-4AFC-BE53-3C5B7A18ED6C}" type="presOf" srcId="{43B0D233-A0D2-4D86-B690-C3DF44ED5226}" destId="{70C0535E-C76F-47E3-A327-20771440BE75}" srcOrd="0" destOrd="3" presId="urn:microsoft.com/office/officeart/2005/8/layout/default"/>
    <dgm:cxn modelId="{9BC1C191-28B6-4A88-8FFE-1522B255E7CA}" type="presOf" srcId="{EFD41CD3-B8E8-4777-AC73-15C1A416E7B0}" destId="{D350A2C5-DBCD-4674-AB98-560C58D9BAFF}" srcOrd="0" destOrd="0" presId="urn:microsoft.com/office/officeart/2005/8/layout/default"/>
    <dgm:cxn modelId="{3F553CAA-F3E4-48DD-957C-0D7744572067}" srcId="{7105D44C-3EDF-478F-BA94-98275CCDA7AF}" destId="{796C5320-2F60-4943-B376-9C35CB92D5BC}" srcOrd="3" destOrd="0" parTransId="{5FE32B57-24AD-45FB-9875-BBC97CA8F5A3}" sibTransId="{AD97F6A4-7F1D-4E5F-8F87-E5A2A3379B99}"/>
    <dgm:cxn modelId="{BB7898AF-949E-4B86-AF5B-257104E26F26}" type="presOf" srcId="{61AC630B-BB2F-4705-9DCD-CB06FE431BFE}" destId="{70C0535E-C76F-47E3-A327-20771440BE75}" srcOrd="0" destOrd="1" presId="urn:microsoft.com/office/officeart/2005/8/layout/default"/>
    <dgm:cxn modelId="{C72239B5-C43C-4618-886B-8846F7CD5329}" srcId="{7105D44C-3EDF-478F-BA94-98275CCDA7AF}" destId="{3AB1D2E0-4374-4E96-8C8E-65334DCE8711}" srcOrd="0" destOrd="0" parTransId="{A1798A9B-E07A-4B5F-AD57-A0CE1DE096AD}" sibTransId="{54847B2C-63D7-49FA-873A-D20F530AD946}"/>
    <dgm:cxn modelId="{CE36C0C0-B9A4-4143-9718-7B23BE39BCEA}" type="presOf" srcId="{F2CCB1AC-9755-465F-B8A3-A8909D9D5C05}" destId="{70C0535E-C76F-47E3-A327-20771440BE75}" srcOrd="0" destOrd="4" presId="urn:microsoft.com/office/officeart/2005/8/layout/default"/>
    <dgm:cxn modelId="{C10C1DC2-855E-4484-AC61-EAEB338C171E}" srcId="{796C5320-2F60-4943-B376-9C35CB92D5BC}" destId="{F2CCB1AC-9755-465F-B8A3-A8909D9D5C05}" srcOrd="3" destOrd="0" parTransId="{8D04EE6C-0528-4D0A-BFFF-48A9CB1D0158}" sibTransId="{69EE5F02-100A-4ECB-9B4B-B4EBCF39B9B4}"/>
    <dgm:cxn modelId="{DD20A5F1-6DD6-46B7-B9D3-776FA36B121B}" srcId="{7105D44C-3EDF-478F-BA94-98275CCDA7AF}" destId="{EFD41CD3-B8E8-4777-AC73-15C1A416E7B0}" srcOrd="4" destOrd="0" parTransId="{8C81682A-5E16-4F0A-83E9-601C916570E6}" sibTransId="{B4AFB3FD-F417-4AE9-8478-3C80D3321382}"/>
    <dgm:cxn modelId="{324AFEFB-05AF-4772-BBFE-08D7B1F5FE90}" srcId="{7105D44C-3EDF-478F-BA94-98275CCDA7AF}" destId="{B70B4C10-8679-4BF9-932F-9350D5846E8C}" srcOrd="1" destOrd="0" parTransId="{53C0FFEA-5416-4D2C-B83E-D8911018F6C9}" sibTransId="{41F40D29-6C8A-4DCB-B75E-20A25DE3E544}"/>
    <dgm:cxn modelId="{DEABEA47-8019-46B2-B01C-C27750690332}" type="presParOf" srcId="{58E77CC7-7576-4803-BD71-902F08F709C2}" destId="{2E4863A0-026D-4D2C-8DF5-C6AD5EA2CC2F}" srcOrd="0" destOrd="0" presId="urn:microsoft.com/office/officeart/2005/8/layout/default"/>
    <dgm:cxn modelId="{716D4FEA-ABDB-4137-9DE9-3B72CA519ADC}" type="presParOf" srcId="{58E77CC7-7576-4803-BD71-902F08F709C2}" destId="{12F0DF3A-5D08-4372-9EC9-7DE1D25DB256}" srcOrd="1" destOrd="0" presId="urn:microsoft.com/office/officeart/2005/8/layout/default"/>
    <dgm:cxn modelId="{DF511429-F6BC-40AD-A608-032E53B8C1B4}" type="presParOf" srcId="{58E77CC7-7576-4803-BD71-902F08F709C2}" destId="{03476159-D158-4323-8DB3-6C6D7A2C8CE0}" srcOrd="2" destOrd="0" presId="urn:microsoft.com/office/officeart/2005/8/layout/default"/>
    <dgm:cxn modelId="{FB43FFA8-5849-414E-827F-B9C7492AC278}" type="presParOf" srcId="{58E77CC7-7576-4803-BD71-902F08F709C2}" destId="{6ACBD9DF-8855-496C-A8C9-1CEBC65C4BD1}" srcOrd="3" destOrd="0" presId="urn:microsoft.com/office/officeart/2005/8/layout/default"/>
    <dgm:cxn modelId="{E7AD7245-5E43-425C-86CA-19730DB895E4}" type="presParOf" srcId="{58E77CC7-7576-4803-BD71-902F08F709C2}" destId="{9FB9ECC2-BC2E-4E6B-A334-DA83B615661A}" srcOrd="4" destOrd="0" presId="urn:microsoft.com/office/officeart/2005/8/layout/default"/>
    <dgm:cxn modelId="{4D0C3C2D-876B-497B-9D99-2BCD8CA413D9}" type="presParOf" srcId="{58E77CC7-7576-4803-BD71-902F08F709C2}" destId="{BDA9F1EF-5980-4F62-972A-74467CF7DCB1}" srcOrd="5" destOrd="0" presId="urn:microsoft.com/office/officeart/2005/8/layout/default"/>
    <dgm:cxn modelId="{01C3A2DD-EE55-43A5-9EF3-4CE9E639C26E}" type="presParOf" srcId="{58E77CC7-7576-4803-BD71-902F08F709C2}" destId="{70C0535E-C76F-47E3-A327-20771440BE75}" srcOrd="6" destOrd="0" presId="urn:microsoft.com/office/officeart/2005/8/layout/default"/>
    <dgm:cxn modelId="{E855F1E9-590D-4686-A6ED-1272B6FB05CD}" type="presParOf" srcId="{58E77CC7-7576-4803-BD71-902F08F709C2}" destId="{254B0661-7452-426E-89F1-D79A98A2FB41}" srcOrd="7" destOrd="0" presId="urn:microsoft.com/office/officeart/2005/8/layout/default"/>
    <dgm:cxn modelId="{29201684-C8CC-4525-89D8-71870A653896}" type="presParOf" srcId="{58E77CC7-7576-4803-BD71-902F08F709C2}" destId="{D350A2C5-DBCD-4674-AB98-560C58D9BAF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3FE6D-D0F2-4629-8B3D-880E57D636CE}">
      <dsp:nvSpPr>
        <dsp:cNvPr id="0" name=""/>
        <dsp:cNvSpPr/>
      </dsp:nvSpPr>
      <dsp:spPr>
        <a:xfrm>
          <a:off x="470296" y="895"/>
          <a:ext cx="3645919" cy="36459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GROUP MEMBERS:</a:t>
          </a:r>
        </a:p>
      </dsp:txBody>
      <dsp:txXfrm>
        <a:off x="1004228" y="534827"/>
        <a:ext cx="2578055" cy="2578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5C7EA-2311-445E-B122-E1CDBE1F76F8}">
      <dsp:nvSpPr>
        <dsp:cNvPr id="0" name=""/>
        <dsp:cNvSpPr/>
      </dsp:nvSpPr>
      <dsp:spPr>
        <a:xfrm>
          <a:off x="0" y="521736"/>
          <a:ext cx="2921840" cy="18553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749B02-BEBF-4C10-85ED-F97378DD1692}">
      <dsp:nvSpPr>
        <dsp:cNvPr id="0" name=""/>
        <dsp:cNvSpPr/>
      </dsp:nvSpPr>
      <dsp:spPr>
        <a:xfrm>
          <a:off x="324648" y="830152"/>
          <a:ext cx="2921840" cy="18553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Converts continuous numeric attributes into discrete intervals</a:t>
          </a:r>
        </a:p>
      </dsp:txBody>
      <dsp:txXfrm>
        <a:off x="378990" y="884494"/>
        <a:ext cx="2813156" cy="1746684"/>
      </dsp:txXfrm>
    </dsp:sp>
    <dsp:sp modelId="{53AFCE2E-586F-4FFA-AE08-3CC18AF33476}">
      <dsp:nvSpPr>
        <dsp:cNvPr id="0" name=""/>
        <dsp:cNvSpPr/>
      </dsp:nvSpPr>
      <dsp:spPr>
        <a:xfrm>
          <a:off x="3571137" y="521736"/>
          <a:ext cx="2921840" cy="18553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68A8D9-1B8B-4849-90AC-2F2B31BD5BCA}">
      <dsp:nvSpPr>
        <dsp:cNvPr id="0" name=""/>
        <dsp:cNvSpPr/>
      </dsp:nvSpPr>
      <dsp:spPr>
        <a:xfrm>
          <a:off x="3895786" y="830152"/>
          <a:ext cx="2921840" cy="18553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Essential for rule-based classifiers like </a:t>
          </a:r>
          <a:r>
            <a:rPr lang="en-US" sz="2200" b="1" kern="1200"/>
            <a:t>DecisionTable</a:t>
          </a:r>
          <a:endParaRPr lang="en-US" sz="2200" kern="1200"/>
        </a:p>
      </dsp:txBody>
      <dsp:txXfrm>
        <a:off x="3950128" y="884494"/>
        <a:ext cx="2813156" cy="1746684"/>
      </dsp:txXfrm>
    </dsp:sp>
    <dsp:sp modelId="{2C71C38F-6F21-4E61-B306-1A0DF3B45672}">
      <dsp:nvSpPr>
        <dsp:cNvPr id="0" name=""/>
        <dsp:cNvSpPr/>
      </dsp:nvSpPr>
      <dsp:spPr>
        <a:xfrm>
          <a:off x="7142275" y="521736"/>
          <a:ext cx="2921840" cy="18553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308CBAB-EDBF-46F1-A193-95B74502693B}">
      <dsp:nvSpPr>
        <dsp:cNvPr id="0" name=""/>
        <dsp:cNvSpPr/>
      </dsp:nvSpPr>
      <dsp:spPr>
        <a:xfrm>
          <a:off x="7466924" y="830152"/>
          <a:ext cx="2921840" cy="18553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Improves interpretability and model performance when inputs are categorical</a:t>
          </a:r>
        </a:p>
      </dsp:txBody>
      <dsp:txXfrm>
        <a:off x="7521266" y="884494"/>
        <a:ext cx="2813156" cy="1746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15277-D910-44C9-919E-9314675F3E9F}">
      <dsp:nvSpPr>
        <dsp:cNvPr id="0" name=""/>
        <dsp:cNvSpPr/>
      </dsp:nvSpPr>
      <dsp:spPr>
        <a:xfrm>
          <a:off x="2053" y="861732"/>
          <a:ext cx="4379788" cy="2627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Evaluate how different discretization methods affect classification accuracy</a:t>
          </a:r>
        </a:p>
      </dsp:txBody>
      <dsp:txXfrm>
        <a:off x="79021" y="938700"/>
        <a:ext cx="4225852" cy="2473937"/>
      </dsp:txXfrm>
    </dsp:sp>
    <dsp:sp modelId="{06A5E8A5-C009-48F9-951C-96041D590A06}">
      <dsp:nvSpPr>
        <dsp:cNvPr id="0" name=""/>
        <dsp:cNvSpPr/>
      </dsp:nvSpPr>
      <dsp:spPr>
        <a:xfrm>
          <a:off x="4767263" y="1632575"/>
          <a:ext cx="928515" cy="10861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767263" y="1849812"/>
        <a:ext cx="649961" cy="651713"/>
      </dsp:txXfrm>
    </dsp:sp>
    <dsp:sp modelId="{443B4CDD-F4B9-4A83-9C1E-CAB9FB2AF810}">
      <dsp:nvSpPr>
        <dsp:cNvPr id="0" name=""/>
        <dsp:cNvSpPr/>
      </dsp:nvSpPr>
      <dsp:spPr>
        <a:xfrm>
          <a:off x="6133757" y="861732"/>
          <a:ext cx="4379788" cy="2627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 </a:t>
          </a:r>
          <a:r>
            <a:rPr lang="en-US" sz="3100" b="1" kern="1200"/>
            <a:t>WEKA</a:t>
          </a:r>
          <a:r>
            <a:rPr lang="en-US" sz="3100" kern="1200"/>
            <a:t> to apply and compare three methods</a:t>
          </a:r>
        </a:p>
      </dsp:txBody>
      <dsp:txXfrm>
        <a:off x="6210725" y="938700"/>
        <a:ext cx="4225852" cy="2473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64E51-1BC4-4E6F-92DB-E36FCCA986CA}">
      <dsp:nvSpPr>
        <dsp:cNvPr id="0" name=""/>
        <dsp:cNvSpPr/>
      </dsp:nvSpPr>
      <dsp:spPr>
        <a:xfrm>
          <a:off x="821" y="179348"/>
          <a:ext cx="3327201" cy="399264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Unsupervised Discretization:</a:t>
          </a:r>
          <a:r>
            <a:rPr lang="en-US" sz="2600" kern="1200"/>
            <a:t> Equal-width binning</a:t>
          </a:r>
        </a:p>
      </dsp:txBody>
      <dsp:txXfrm>
        <a:off x="821" y="1776404"/>
        <a:ext cx="3327201" cy="2395585"/>
      </dsp:txXfrm>
    </dsp:sp>
    <dsp:sp modelId="{7656AC29-B74A-4033-B758-AD54709FEA6C}">
      <dsp:nvSpPr>
        <dsp:cNvPr id="0" name=""/>
        <dsp:cNvSpPr/>
      </dsp:nvSpPr>
      <dsp:spPr>
        <a:xfrm>
          <a:off x="821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179348"/>
        <a:ext cx="3327201" cy="1597056"/>
      </dsp:txXfrm>
    </dsp:sp>
    <dsp:sp modelId="{13841A53-0D90-483B-B281-AD8107CBA3AF}">
      <dsp:nvSpPr>
        <dsp:cNvPr id="0" name=""/>
        <dsp:cNvSpPr/>
      </dsp:nvSpPr>
      <dsp:spPr>
        <a:xfrm>
          <a:off x="3594199" y="179348"/>
          <a:ext cx="3327201" cy="3992641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Supervised Discretization:</a:t>
          </a:r>
          <a:r>
            <a:rPr lang="en-US" sz="2600" kern="1200"/>
            <a:t> Class-aware bin boundaries</a:t>
          </a:r>
        </a:p>
      </dsp:txBody>
      <dsp:txXfrm>
        <a:off x="3594199" y="1776404"/>
        <a:ext cx="3327201" cy="2395585"/>
      </dsp:txXfrm>
    </dsp:sp>
    <dsp:sp modelId="{261CA000-C721-4221-B57D-78B8B031E538}">
      <dsp:nvSpPr>
        <dsp:cNvPr id="0" name=""/>
        <dsp:cNvSpPr/>
      </dsp:nvSpPr>
      <dsp:spPr>
        <a:xfrm>
          <a:off x="3594199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79348"/>
        <a:ext cx="3327201" cy="1597056"/>
      </dsp:txXfrm>
    </dsp:sp>
    <dsp:sp modelId="{FDF58F64-1AA0-48F3-BF6E-EAFB456AF88F}">
      <dsp:nvSpPr>
        <dsp:cNvPr id="0" name=""/>
        <dsp:cNvSpPr/>
      </dsp:nvSpPr>
      <dsp:spPr>
        <a:xfrm>
          <a:off x="7187576" y="179348"/>
          <a:ext cx="3327201" cy="3992641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PKIDiscretize:</a:t>
          </a:r>
          <a:r>
            <a:rPr lang="en-US" sz="2600" kern="1200"/>
            <a:t> Proportional k-interval / equal-frequency binning</a:t>
          </a:r>
        </a:p>
      </dsp:txBody>
      <dsp:txXfrm>
        <a:off x="7187576" y="1776404"/>
        <a:ext cx="3327201" cy="2395585"/>
      </dsp:txXfrm>
    </dsp:sp>
    <dsp:sp modelId="{596CE6C2-1EA4-4CE8-9372-1DAE2E758DCF}">
      <dsp:nvSpPr>
        <dsp:cNvPr id="0" name=""/>
        <dsp:cNvSpPr/>
      </dsp:nvSpPr>
      <dsp:spPr>
        <a:xfrm>
          <a:off x="7187576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179348"/>
        <a:ext cx="3327201" cy="15970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81AE5-DB95-4865-84A1-B5BDD1A4A259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10389A-A46D-4836-B54A-A144D7CADECA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 err="1"/>
            <a:t>Diabetes.arff</a:t>
          </a:r>
          <a:r>
            <a:rPr lang="en-US" sz="3800" b="1" kern="1200" dirty="0"/>
            <a:t> dataset</a:t>
          </a:r>
          <a:endParaRPr lang="en-US" sz="3800" kern="1200" dirty="0"/>
        </a:p>
      </dsp:txBody>
      <dsp:txXfrm>
        <a:off x="585701" y="1066737"/>
        <a:ext cx="4337991" cy="2693452"/>
      </dsp:txXfrm>
    </dsp:sp>
    <dsp:sp modelId="{CDD359AB-53FD-4973-B7EC-A13A40D831DA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2156A4-115E-4F0F-89E0-5B3FDCC222FA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Well-known benchmark dataset for classification tasks</a:t>
          </a:r>
        </a:p>
      </dsp:txBody>
      <dsp:txXfrm>
        <a:off x="6092527" y="1066737"/>
        <a:ext cx="4337991" cy="2693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A4526-E8C1-4759-A2E6-DCEE38C1582B}">
      <dsp:nvSpPr>
        <dsp:cNvPr id="0" name=""/>
        <dsp:cNvSpPr/>
      </dsp:nvSpPr>
      <dsp:spPr>
        <a:xfrm>
          <a:off x="0" y="361988"/>
          <a:ext cx="10515600" cy="1750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Compare accuracy results across different discretization techniques</a:t>
          </a:r>
        </a:p>
      </dsp:txBody>
      <dsp:txXfrm>
        <a:off x="85444" y="447432"/>
        <a:ext cx="10344712" cy="1579432"/>
      </dsp:txXfrm>
    </dsp:sp>
    <dsp:sp modelId="{8D3FFF86-2021-4A6F-89E5-18A8EB658F5D}">
      <dsp:nvSpPr>
        <dsp:cNvPr id="0" name=""/>
        <dsp:cNvSpPr/>
      </dsp:nvSpPr>
      <dsp:spPr>
        <a:xfrm>
          <a:off x="0" y="2239029"/>
          <a:ext cx="10515600" cy="1750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Identify which method provides the best improvement for Decision Table classifier</a:t>
          </a:r>
        </a:p>
      </dsp:txBody>
      <dsp:txXfrm>
        <a:off x="85444" y="2324473"/>
        <a:ext cx="10344712" cy="15794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85054-3216-4824-8F4C-890827E44EF3}">
      <dsp:nvSpPr>
        <dsp:cNvPr id="0" name=""/>
        <dsp:cNvSpPr/>
      </dsp:nvSpPr>
      <dsp:spPr>
        <a:xfrm>
          <a:off x="6630447" y="1937440"/>
          <a:ext cx="1372647" cy="4764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228"/>
              </a:lnTo>
              <a:lnTo>
                <a:pt x="1372647" y="238228"/>
              </a:lnTo>
              <a:lnTo>
                <a:pt x="1372647" y="47645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FA129-FDF7-4E7C-AC0C-F798F0A25A71}">
      <dsp:nvSpPr>
        <dsp:cNvPr id="0" name=""/>
        <dsp:cNvSpPr/>
      </dsp:nvSpPr>
      <dsp:spPr>
        <a:xfrm>
          <a:off x="5257800" y="1937440"/>
          <a:ext cx="1372647" cy="476456"/>
        </a:xfrm>
        <a:custGeom>
          <a:avLst/>
          <a:gdLst/>
          <a:ahLst/>
          <a:cxnLst/>
          <a:rect l="0" t="0" r="0" b="0"/>
          <a:pathLst>
            <a:path>
              <a:moveTo>
                <a:pt x="1372647" y="0"/>
              </a:moveTo>
              <a:lnTo>
                <a:pt x="1372647" y="238228"/>
              </a:lnTo>
              <a:lnTo>
                <a:pt x="0" y="238228"/>
              </a:lnTo>
              <a:lnTo>
                <a:pt x="0" y="47645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A5701-78D1-4261-8689-FCB8DDB23018}">
      <dsp:nvSpPr>
        <dsp:cNvPr id="0" name=""/>
        <dsp:cNvSpPr/>
      </dsp:nvSpPr>
      <dsp:spPr>
        <a:xfrm>
          <a:off x="5439" y="803021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Diabetes.arff</a:t>
          </a:r>
          <a:r>
            <a:rPr lang="en-US" sz="1600" b="1" kern="1200" dirty="0"/>
            <a:t> dataset</a:t>
          </a:r>
          <a:endParaRPr lang="en-US" sz="1600" kern="1200" dirty="0"/>
        </a:p>
      </dsp:txBody>
      <dsp:txXfrm>
        <a:off x="5439" y="803021"/>
        <a:ext cx="2268838" cy="1134419"/>
      </dsp:txXfrm>
    </dsp:sp>
    <dsp:sp modelId="{79C7458A-6D89-494D-A9DD-4A638B6FD978}">
      <dsp:nvSpPr>
        <dsp:cNvPr id="0" name=""/>
        <dsp:cNvSpPr/>
      </dsp:nvSpPr>
      <dsp:spPr>
        <a:xfrm>
          <a:off x="2750733" y="803021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instances: </a:t>
          </a:r>
          <a:r>
            <a:rPr lang="en-US" sz="1600" b="1" kern="1200"/>
            <a:t>768</a:t>
          </a:r>
          <a:endParaRPr lang="en-US" sz="1600" kern="1200"/>
        </a:p>
      </dsp:txBody>
      <dsp:txXfrm>
        <a:off x="2750733" y="803021"/>
        <a:ext cx="2268838" cy="1134419"/>
      </dsp:txXfrm>
    </dsp:sp>
    <dsp:sp modelId="{EB32885A-C410-42EB-88E2-85D384AFB882}">
      <dsp:nvSpPr>
        <dsp:cNvPr id="0" name=""/>
        <dsp:cNvSpPr/>
      </dsp:nvSpPr>
      <dsp:spPr>
        <a:xfrm>
          <a:off x="5496028" y="803021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Attributes:</a:t>
          </a:r>
        </a:p>
      </dsp:txBody>
      <dsp:txXfrm>
        <a:off x="5496028" y="803021"/>
        <a:ext cx="2268838" cy="1134419"/>
      </dsp:txXfrm>
    </dsp:sp>
    <dsp:sp modelId="{C66F74BC-E36D-4010-ACAC-C5BC60FDA73D}">
      <dsp:nvSpPr>
        <dsp:cNvPr id="0" name=""/>
        <dsp:cNvSpPr/>
      </dsp:nvSpPr>
      <dsp:spPr>
        <a:xfrm>
          <a:off x="4123380" y="2413897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8 numeric predictor variables</a:t>
          </a:r>
          <a:endParaRPr lang="en-US" sz="1600" kern="1200" dirty="0"/>
        </a:p>
      </dsp:txBody>
      <dsp:txXfrm>
        <a:off x="4123380" y="2413897"/>
        <a:ext cx="2268838" cy="1134419"/>
      </dsp:txXfrm>
    </dsp:sp>
    <dsp:sp modelId="{134DE073-4E36-4ED9-8B7E-4011080CAD3B}">
      <dsp:nvSpPr>
        <dsp:cNvPr id="0" name=""/>
        <dsp:cNvSpPr/>
      </dsp:nvSpPr>
      <dsp:spPr>
        <a:xfrm>
          <a:off x="6868675" y="2413897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 nominal class attribute</a:t>
          </a:r>
          <a:r>
            <a:rPr lang="en-US" sz="1600" kern="1200"/>
            <a:t> (positive / negative diabetes test)</a:t>
          </a:r>
        </a:p>
      </dsp:txBody>
      <dsp:txXfrm>
        <a:off x="6868675" y="2413897"/>
        <a:ext cx="2268838" cy="1134419"/>
      </dsp:txXfrm>
    </dsp:sp>
    <dsp:sp modelId="{9FFC627F-BC2B-4A93-9193-05F4FA9C8DD8}">
      <dsp:nvSpPr>
        <dsp:cNvPr id="0" name=""/>
        <dsp:cNvSpPr/>
      </dsp:nvSpPr>
      <dsp:spPr>
        <a:xfrm>
          <a:off x="8241322" y="803021"/>
          <a:ext cx="2268838" cy="1134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Fully numeric predictors make it ideal for evaluating </a:t>
          </a:r>
          <a:r>
            <a:rPr lang="en-US" sz="1600" b="1" kern="1200"/>
            <a:t>discretization techniques</a:t>
          </a:r>
          <a:endParaRPr lang="en-US" sz="1600" kern="1200"/>
        </a:p>
      </dsp:txBody>
      <dsp:txXfrm>
        <a:off x="8241322" y="803021"/>
        <a:ext cx="2268838" cy="11344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863A0-026D-4D2C-8DF5-C6AD5EA2CC2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Tool:</a:t>
          </a:r>
          <a:r>
            <a:rPr lang="en-US" sz="2200" kern="1200"/>
            <a:t> WEKA Explorer</a:t>
          </a:r>
        </a:p>
      </dsp:txBody>
      <dsp:txXfrm>
        <a:off x="0" y="39687"/>
        <a:ext cx="3286125" cy="1971675"/>
      </dsp:txXfrm>
    </dsp:sp>
    <dsp:sp modelId="{03476159-D158-4323-8DB3-6C6D7A2C8CE0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Classifier Used:</a:t>
          </a:r>
          <a:r>
            <a:rPr lang="en-US" sz="2200" kern="1200"/>
            <a:t> DecisionTable</a:t>
          </a:r>
        </a:p>
      </dsp:txBody>
      <dsp:txXfrm>
        <a:off x="3614737" y="39687"/>
        <a:ext cx="3286125" cy="1971675"/>
      </dsp:txXfrm>
    </dsp:sp>
    <dsp:sp modelId="{9FB9ECC2-BC2E-4E6B-A334-DA83B615661A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Evaluation Method:</a:t>
          </a:r>
          <a:r>
            <a:rPr lang="en-US" sz="2200" kern="1200"/>
            <a:t> 10-fold cross-validation</a:t>
          </a:r>
        </a:p>
      </dsp:txBody>
      <dsp:txXfrm>
        <a:off x="7229475" y="39687"/>
        <a:ext cx="3286125" cy="1971675"/>
      </dsp:txXfrm>
    </dsp:sp>
    <dsp:sp modelId="{70C0535E-C76F-47E3-A327-20771440BE75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Dataset Variants Tested:</a:t>
          </a:r>
          <a:endParaRPr lang="en-US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Original dataset (no discretization)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Unsupervised Discretized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Supervised Discretized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PKIDiscretized</a:t>
          </a:r>
          <a:endParaRPr lang="en-US" sz="1700" kern="1200" dirty="0"/>
        </a:p>
      </dsp:txBody>
      <dsp:txXfrm>
        <a:off x="1807368" y="2339975"/>
        <a:ext cx="3286125" cy="1971675"/>
      </dsp:txXfrm>
    </dsp:sp>
    <dsp:sp modelId="{D350A2C5-DBCD-4674-AB98-560C58D9BAFF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Each version was evaluated independently to observe its impact on classification accuracy</a:t>
          </a: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51963-CAA0-43FB-9A50-BAB540040B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92428-8ACB-4F06-BF28-EF63CC72A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5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92428-8ACB-4F06-BF28-EF63CC72A7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9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C822-520C-288C-207A-B54924289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1CCC2-1C58-5591-B3D4-F81941568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AB8E-7E47-27F0-F155-C5866C76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5F739-F345-3B96-3CB6-FD0134DE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66A09-47EF-4D28-99A5-958A02A1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7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4F00-5627-821E-FD0A-9B42E5DC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1B43A-0BAF-A613-37DB-594EEF7E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3E9F-8F64-D8BB-9053-16F0507F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2D42-DDD8-D14F-7EFA-FB9D88CC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1DBAA-DCB6-DA3E-F430-281A63CD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0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08E9-01BB-B41A-4D3E-9749098E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964ED-16DD-079D-E234-442955A8A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0BBFE-953A-11DF-C240-817999C6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51293-658A-99A5-8162-8203A819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B1243-E6B4-D985-6FD4-6DB3E8C6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5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312-6050-45FE-190E-F401E116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94E0-978A-B17A-E9C5-5F2E784D1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E60CA-1B9A-9D97-188D-265E59C1A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B768F-FA8C-F39E-CE60-D4D55425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3D6C8-00DD-A4C8-BDC4-6762B815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63003-B4D8-8FD8-F54E-57D185CD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1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5D10-B9E7-E456-CE8B-08636593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785CE-AFC8-C09E-9CB0-A98F63BB4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1DE3E-01EE-5DC6-E37E-301A1B5FE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C3D89-AB82-69BE-24BF-B2A07B801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5AC63-B8C7-1D1A-C8DA-88D8E24BF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758D1-C1FD-8869-E81A-223AF37F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8B2E4-5A46-8CDA-E6E1-2774A7CD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03127-94A5-C259-7A85-44BDD34B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8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58DA-801E-419A-2F0B-F685CCE0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CC9BD-EEC9-405B-FA9F-2659AA28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74A3A-31B8-5089-546F-51EC7E2A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ADAC9-70A0-74F9-7477-9CE5CBD5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0247C-CB84-5721-D984-C8DD1F62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8E570-1E0E-0DCD-3F2B-B189332D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4B954-2E65-3D46-4547-383011F3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3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0CDC-E5DB-3B41-5A1D-C9F2D1DF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AB0D1-BFEA-9A7D-F2D1-38ECFF2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27A52-3674-14E9-1AC8-6A7EAF6BD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CCF91-F8EB-F0BE-60E5-69F398C7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0F60-0AF8-5774-2DA8-EC97BAE9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17C32-C5E9-E508-EB7D-04A5A1AB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0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F7F8-C989-E7FB-8C60-CB5EF9DD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71CEA-C838-FD4D-B770-565EE370D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9DB6E-8B71-8F81-8CCA-9790FC452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C0031-5809-1E6A-7250-8A056FF3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BB9AE-88D2-F66B-7B97-FED5325D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79086-D360-4096-8072-899568C7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994E-AC5B-9CBF-2007-9CECE244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C3856-FD7F-EEAE-C3B3-A07B7B3D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0AF4-D70C-96E5-2AC9-D048DD1E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9956-B7AB-14B8-CAED-2AC59820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4BD0-01FB-FBD5-890F-F3568760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959BC-AF8B-98B8-ED83-97A8446B7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EE97-A9C6-4A97-B502-0113BCD08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FFC75-B6D2-A85C-E8BA-85688478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DA2A5-03F9-D26F-B38F-8A82A170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DF3B7-0440-9D97-ACDC-02954566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74D95-D70A-8852-A316-2408F72EF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A80D3-0CA3-5BBF-7012-5DE85C5C9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0C4DE-C151-803A-A7C1-D45B53F78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056BD-CAE6-486A-B0F0-567E9F67355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EF935-639D-B235-B759-840F2A8E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6659D-0CCE-F869-5D19-A0B5236C9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61159-7E27-43A0-BE58-1221107B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Connected wire-frame lines and dots">
            <a:extLst>
              <a:ext uri="{FF2B5EF4-FFF2-40B4-BE49-F238E27FC236}">
                <a16:creationId xmlns:a16="http://schemas.microsoft.com/office/drawing/2014/main" id="{1E59F548-CFFF-5B89-24B3-2BF8D35CB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" t="23391" r="2390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D233CD8-2EFA-077E-BE47-83CA3DB7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>
                <a:solidFill>
                  <a:schemeClr val="bg1"/>
                </a:solidFill>
              </a:rPr>
              <a:t>DATA MINING CS619</a:t>
            </a:r>
            <a:br>
              <a:rPr lang="en-US" sz="4100" dirty="0">
                <a:solidFill>
                  <a:schemeClr val="bg1"/>
                </a:solidFill>
              </a:rPr>
            </a:br>
            <a:br>
              <a:rPr lang="en-US" sz="4100" dirty="0">
                <a:solidFill>
                  <a:schemeClr val="bg1"/>
                </a:solidFill>
              </a:rPr>
            </a:br>
            <a:endParaRPr lang="en-US" sz="4100" dirty="0">
              <a:solidFill>
                <a:schemeClr val="bg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0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09267-BE26-3554-CC0B-EC8153007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658259"/>
              </p:ext>
            </p:extLst>
          </p:nvPr>
        </p:nvGraphicFramePr>
        <p:xfrm>
          <a:off x="897769" y="1909192"/>
          <a:ext cx="4586513" cy="3647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9133470-41AB-0D40-5936-0DA6FC905997}"/>
              </a:ext>
            </a:extLst>
          </p:cNvPr>
          <p:cNvSpPr txBox="1"/>
          <p:nvPr/>
        </p:nvSpPr>
        <p:spPr>
          <a:xfrm>
            <a:off x="6701425" y="1749756"/>
            <a:ext cx="47139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Mr. Muhammed </a:t>
            </a:r>
            <a:r>
              <a:rPr lang="en-US" sz="2400" dirty="0" err="1">
                <a:solidFill>
                  <a:schemeClr val="bg1"/>
                </a:solidFill>
              </a:rPr>
              <a:t>Ehtesham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Mrs. Arifa Farhath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Mr. Bhavesh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Mr. Shivam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Mr. Nitish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Mr. Yogesh</a:t>
            </a:r>
          </a:p>
        </p:txBody>
      </p:sp>
    </p:spTree>
    <p:extLst>
      <p:ext uri="{BB962C8B-B14F-4D97-AF65-F5344CB8AC3E}">
        <p14:creationId xmlns:p14="http://schemas.microsoft.com/office/powerpoint/2010/main" val="99277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61227-DA49-D169-14D7-D9D642773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Project Title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89877-EF34-B0BA-AD3F-8E892702F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 b="1">
                <a:solidFill>
                  <a:schemeClr val="bg1"/>
                </a:solidFill>
              </a:rPr>
              <a:t>Impact of Discretization on DecisionTable Classifier Performance in WEKA</a:t>
            </a:r>
            <a:endParaRPr lang="en-US" sz="3200">
              <a:solidFill>
                <a:schemeClr val="bg1"/>
              </a:solidFill>
            </a:endParaRPr>
          </a:p>
          <a:p>
            <a:pPr algn="l"/>
            <a:r>
              <a:rPr lang="en-US" sz="3200">
                <a:solidFill>
                  <a:schemeClr val="bg1"/>
                </a:solidFill>
              </a:rPr>
              <a:t> </a:t>
            </a:r>
          </a:p>
          <a:p>
            <a:pPr algn="l"/>
            <a:endParaRPr lang="en-US" sz="3200">
              <a:solidFill>
                <a:schemeClr val="bg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53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AF779-24B8-D5E0-118E-5C976F31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08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F0C7E-0D62-0469-B916-EAD43A38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8669531" cy="1124712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Discretization Overview</a:t>
            </a:r>
            <a:br>
              <a:rPr lang="en-US" sz="2600" dirty="0">
                <a:solidFill>
                  <a:schemeClr val="bg1"/>
                </a:solidFill>
              </a:rPr>
            </a:b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26ED38-29F4-1F39-40AF-ACBB7B2BB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770315"/>
              </p:ext>
            </p:extLst>
          </p:nvPr>
        </p:nvGraphicFramePr>
        <p:xfrm>
          <a:off x="371093" y="2718054"/>
          <a:ext cx="10388765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062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FD5AC7-5ECE-785F-65D2-B0D5637A30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5040" b="106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74E20E-0C74-1059-A7AF-0FB52C9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Purpose of the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0DED1-85E2-0606-0694-2200A5CDE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0608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3875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6ABF78-1293-860D-87BC-486DDE98C7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C51D45-5F7C-9EA5-1541-72547BF3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Discretization Methods Tested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16C6B2-BC30-A9C5-823C-4D4128569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2062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820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380158F-A2D0-479F-6DFE-03C8A60185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10" b="79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5E5D3-AA4F-4DDC-1E42-6F8F0F01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Dataset Used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8652AEA-2981-C0F7-4A07-09896255D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2845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6893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17D610-09B7-1708-A999-8217EF0113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296920-86D2-BF75-390B-1E92B04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Study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909140-C092-244A-8FC2-9706D48AE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0257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2223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white lights&#10;&#10;AI-generated content may be incorrect.">
            <a:extLst>
              <a:ext uri="{FF2B5EF4-FFF2-40B4-BE49-F238E27FC236}">
                <a16:creationId xmlns:a16="http://schemas.microsoft.com/office/drawing/2014/main" id="{848B7C03-A17D-2171-72F6-54053D8859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448" b="8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C2375-B55D-EE52-857A-BE890DD8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29390C-CAC8-2E45-41D4-FBEA1C291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0395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6135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9830BB-1760-4FB5-2854-F2DCD871AC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70CE54-56DC-7713-DDB7-D03C2003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Experimental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F42AB-9443-D37F-38C3-E8A70E9E8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8551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0942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des on papers">
            <a:extLst>
              <a:ext uri="{FF2B5EF4-FFF2-40B4-BE49-F238E27FC236}">
                <a16:creationId xmlns:a16="http://schemas.microsoft.com/office/drawing/2014/main" id="{D8BC099A-BF0D-8081-47C9-E63E167E6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472" r="-1" b="12236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9066-D42B-C668-247C-3A0C0852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>
                <a:solidFill>
                  <a:schemeClr val="bg1"/>
                </a:solidFill>
              </a:rPr>
              <a:t>Results</a:t>
            </a:r>
            <a:br>
              <a:rPr lang="en-US" sz="6600">
                <a:solidFill>
                  <a:schemeClr val="bg1"/>
                </a:solidFill>
              </a:rPr>
            </a:b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5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9A598-7E2C-3B7B-07D7-D8A93299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Original diabetes dataset: diabetes.arff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68B27F-8D49-97E9-15F5-E09294C5D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43858"/>
            <a:ext cx="7225748" cy="45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0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0BF99-FB74-6E97-5BB4-B60ADE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Unsupervised- discretization</a:t>
            </a:r>
            <a:b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AFAF5D-07B4-DDEF-C12C-E3538F0DC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54182"/>
            <a:ext cx="7225748" cy="494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1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6E153-1127-FFD2-AAB9-510C18DF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Supervised- discretization</a:t>
            </a:r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AE6E6-762F-05E6-1E36-8D76CF9C1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008375"/>
            <a:ext cx="7225748" cy="4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49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65579-47DD-E13C-31C0-05545270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Pk discretization</a:t>
            </a:r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59102A-D1DD-BAF8-0116-B1EFBB5E9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63214"/>
            <a:ext cx="7225748" cy="493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8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06A12-E67F-34C4-B1B8-B75D65EA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Accuracy Comparison Table</a:t>
            </a:r>
            <a:br>
              <a:rPr lang="en-US" sz="3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7D0253-FFDD-AAF5-82A9-D98ADDDD6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51624"/>
              </p:ext>
            </p:extLst>
          </p:nvPr>
        </p:nvGraphicFramePr>
        <p:xfrm>
          <a:off x="1093694" y="2483754"/>
          <a:ext cx="10260108" cy="3255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2179">
                  <a:extLst>
                    <a:ext uri="{9D8B030D-6E8A-4147-A177-3AD203B41FA5}">
                      <a16:colId xmlns:a16="http://schemas.microsoft.com/office/drawing/2014/main" val="3921189905"/>
                    </a:ext>
                  </a:extLst>
                </a:gridCol>
                <a:gridCol w="2187436">
                  <a:extLst>
                    <a:ext uri="{9D8B030D-6E8A-4147-A177-3AD203B41FA5}">
                      <a16:colId xmlns:a16="http://schemas.microsoft.com/office/drawing/2014/main" val="37878702"/>
                    </a:ext>
                  </a:extLst>
                </a:gridCol>
                <a:gridCol w="2378014">
                  <a:extLst>
                    <a:ext uri="{9D8B030D-6E8A-4147-A177-3AD203B41FA5}">
                      <a16:colId xmlns:a16="http://schemas.microsoft.com/office/drawing/2014/main" val="1942087573"/>
                    </a:ext>
                  </a:extLst>
                </a:gridCol>
                <a:gridCol w="2612479">
                  <a:extLst>
                    <a:ext uri="{9D8B030D-6E8A-4147-A177-3AD203B41FA5}">
                      <a16:colId xmlns:a16="http://schemas.microsoft.com/office/drawing/2014/main" val="2025139253"/>
                    </a:ext>
                  </a:extLst>
                </a:gridCol>
              </a:tblGrid>
              <a:tr h="483949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Dataset Version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Correct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Incorrect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Accuracy (%)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extLst>
                  <a:ext uri="{0D108BD9-81ED-4DB2-BD59-A6C34878D82A}">
                    <a16:rowId xmlns:a16="http://schemas.microsoft.com/office/drawing/2014/main" val="2203606158"/>
                  </a:ext>
                </a:extLst>
              </a:tr>
              <a:tr h="483949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Original dataset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547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221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71.22%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extLst>
                  <a:ext uri="{0D108BD9-81ED-4DB2-BD59-A6C34878D82A}">
                    <a16:rowId xmlns:a16="http://schemas.microsoft.com/office/drawing/2014/main" val="2736334481"/>
                  </a:ext>
                </a:extLst>
              </a:tr>
              <a:tr h="901713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Unsupervised Discretize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556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212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72.39%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extLst>
                  <a:ext uri="{0D108BD9-81ED-4DB2-BD59-A6C34878D82A}">
                    <a16:rowId xmlns:a16="http://schemas.microsoft.com/office/drawing/2014/main" val="2677243431"/>
                  </a:ext>
                </a:extLst>
              </a:tr>
              <a:tr h="901713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Supervised Discretize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585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183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76.17%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extLst>
                  <a:ext uri="{0D108BD9-81ED-4DB2-BD59-A6C34878D82A}">
                    <a16:rowId xmlns:a16="http://schemas.microsoft.com/office/drawing/2014/main" val="2316902301"/>
                  </a:ext>
                </a:extLst>
              </a:tr>
              <a:tr h="483949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PKIDiscretize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568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200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73.95%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381" marR="19381" marT="19381" marB="19381" anchor="ctr"/>
                </a:tc>
                <a:extLst>
                  <a:ext uri="{0D108BD9-81ED-4DB2-BD59-A6C34878D82A}">
                    <a16:rowId xmlns:a16="http://schemas.microsoft.com/office/drawing/2014/main" val="269608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74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C8C46-AFF3-15C8-7F49-93049DBD1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Bar Chart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E2B08C-C854-2861-42D8-ABEA16820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519" y="1966293"/>
            <a:ext cx="994896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2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A132C-A612-2C31-0D8F-8B0EED90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4819"/>
            <a:ext cx="4826795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b="1">
                <a:solidFill>
                  <a:schemeClr val="bg1"/>
                </a:solidFill>
              </a:rPr>
              <a:t>Interpretation of Results</a:t>
            </a:r>
            <a:br>
              <a:rPr lang="en-US" sz="6100">
                <a:solidFill>
                  <a:schemeClr val="bg1"/>
                </a:solidFill>
              </a:rPr>
            </a:br>
            <a:endParaRPr lang="en-US" sz="6100">
              <a:solidFill>
                <a:schemeClr val="bg1"/>
              </a:solidFill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75B733C-962F-C384-A925-E6A1028E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02" b="-2"/>
          <a:stretch>
            <a:fillRect/>
          </a:stretch>
        </p:blipFill>
        <p:spPr>
          <a:xfrm>
            <a:off x="6096000" y="841375"/>
            <a:ext cx="5260975" cy="4707593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9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4600" y="662169"/>
            <a:ext cx="10289033" cy="569418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A2188C-BB26-8867-35E5-7ED6A090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2"/>
          <a:stretch>
            <a:fillRect/>
          </a:stretch>
        </p:blipFill>
        <p:spPr>
          <a:xfrm>
            <a:off x="838200" y="233807"/>
            <a:ext cx="10468866" cy="588873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57092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CBC82-4768-70FD-AC68-C3521302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D65AE84-6955-0FA0-3693-507FCDAD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Overall, class-informed discretization methods are most effective for rule-based classifiers like Decision Table.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Using discretization — especially supervised — enhances both predictive performance and interpretability of models.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032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310</Words>
  <Application>Microsoft Office PowerPoint</Application>
  <PresentationFormat>Widescreen</PresentationFormat>
  <Paragraphs>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DATA MINING CS619  </vt:lpstr>
      <vt:lpstr>PowerPoint Presentation</vt:lpstr>
      <vt:lpstr>Project Title </vt:lpstr>
      <vt:lpstr>Discretization Overview </vt:lpstr>
      <vt:lpstr>Purpose of the Study</vt:lpstr>
      <vt:lpstr>Discretization Methods Tested</vt:lpstr>
      <vt:lpstr>Dataset Used</vt:lpstr>
      <vt:lpstr>Study Goal</vt:lpstr>
      <vt:lpstr>Dataset Description</vt:lpstr>
      <vt:lpstr>Experimental Setup</vt:lpstr>
      <vt:lpstr>Results </vt:lpstr>
      <vt:lpstr>Original diabetes dataset: diabetes.arff </vt:lpstr>
      <vt:lpstr>Unsupervised- discretization </vt:lpstr>
      <vt:lpstr>Supervised- discretization </vt:lpstr>
      <vt:lpstr>Pk discretization </vt:lpstr>
      <vt:lpstr>Accuracy Comparison Table </vt:lpstr>
      <vt:lpstr>Bar Chart</vt:lpstr>
      <vt:lpstr>Interpretation of Results 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Jamaludeen Hussain</dc:creator>
  <cp:lastModifiedBy>M Sham</cp:lastModifiedBy>
  <cp:revision>3</cp:revision>
  <dcterms:created xsi:type="dcterms:W3CDTF">2025-12-09T16:51:18Z</dcterms:created>
  <dcterms:modified xsi:type="dcterms:W3CDTF">2026-01-05T10:14:40Z</dcterms:modified>
</cp:coreProperties>
</file>